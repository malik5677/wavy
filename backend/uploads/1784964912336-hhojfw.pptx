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26252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0" y="0"/>
            <a:ext cx="4571999" cy="685799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42245" y="6343650"/>
            <a:ext cx="1754504" cy="4191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48840" y="2697543"/>
            <a:ext cx="4516120" cy="8083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7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26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48840" y="523271"/>
            <a:ext cx="10894318" cy="548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20841" y="1114964"/>
            <a:ext cx="6252209" cy="23641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hyperlink" Target="https://gamma.app/?utm_source=made-with-gamma" TargetMode="External"/><Relationship Id="rId5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hyperlink" Target="https://gamma.app/?utm_source=made-with-gamma" TargetMode="External"/><Relationship Id="rId10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hyperlink" Target="https://gamma.app/?utm_source=made-with-gamma" TargetMode="External"/><Relationship Id="rId10" Type="http://schemas.openxmlformats.org/officeDocument/2006/relationships/image" Target="../media/image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hyperlink" Target="https://gamma.app/?utm_source=made-with-gamma" TargetMode="External"/><Relationship Id="rId8" Type="http://schemas.openxmlformats.org/officeDocument/2006/relationships/image" Target="../media/image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hyperlink" Target="https://gamma.app/?utm_source=made-with-gamma" TargetMode="External"/><Relationship Id="rId8" Type="http://schemas.openxmlformats.org/officeDocument/2006/relationships/image" Target="../media/image2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100" spc="-440"/>
              <a:t>AI</a:t>
            </a:r>
            <a:r>
              <a:rPr dirty="0" sz="5100" spc="-585"/>
              <a:t> </a:t>
            </a:r>
            <a:r>
              <a:rPr dirty="0" sz="5100" spc="-210"/>
              <a:t>in</a:t>
            </a:r>
            <a:r>
              <a:rPr dirty="0" sz="5100" spc="-580"/>
              <a:t> </a:t>
            </a:r>
            <a:r>
              <a:rPr dirty="0" sz="5100" spc="-150"/>
              <a:t>Education</a:t>
            </a:r>
            <a:endParaRPr sz="5100"/>
          </a:p>
        </p:txBody>
      </p:sp>
      <p:sp>
        <p:nvSpPr>
          <p:cNvPr id="3" name="object 3"/>
          <p:cNvSpPr txBox="1"/>
          <p:nvPr/>
        </p:nvSpPr>
        <p:spPr>
          <a:xfrm>
            <a:off x="648840" y="3836923"/>
            <a:ext cx="4130040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45">
                <a:solidFill>
                  <a:srgbClr val="E4DFDE"/>
                </a:solidFill>
                <a:latin typeface="Tahoma"/>
                <a:cs typeface="Tahoma"/>
              </a:rPr>
              <a:t>Empowering</a:t>
            </a:r>
            <a:r>
              <a:rPr dirty="0" sz="1450" spc="2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50">
                <a:solidFill>
                  <a:srgbClr val="E4DFDE"/>
                </a:solidFill>
                <a:latin typeface="Tahoma"/>
                <a:cs typeface="Tahoma"/>
              </a:rPr>
              <a:t>Teachers</a:t>
            </a:r>
            <a:r>
              <a:rPr dirty="0" sz="1450" spc="3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E4DFDE"/>
                </a:solidFill>
                <a:latin typeface="Tahoma"/>
                <a:cs typeface="Tahoma"/>
              </a:rPr>
              <a:t>with</a:t>
            </a:r>
            <a:r>
              <a:rPr dirty="0" sz="1450" spc="3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E4DFDE"/>
                </a:solidFill>
                <a:latin typeface="Tahoma"/>
                <a:cs typeface="Tahoma"/>
              </a:rPr>
              <a:t>Artificial</a:t>
            </a:r>
            <a:r>
              <a:rPr dirty="0" sz="1450" spc="3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E4DFDE"/>
                </a:solidFill>
                <a:latin typeface="Tahoma"/>
                <a:cs typeface="Tahoma"/>
              </a:rPr>
              <a:t>Intelligence</a:t>
            </a:r>
            <a:endParaRPr sz="14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71999" cy="6857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233986" y="776287"/>
            <a:ext cx="1362075" cy="276225"/>
          </a:xfrm>
          <a:custGeom>
            <a:avLst/>
            <a:gdLst/>
            <a:ahLst/>
            <a:cxnLst/>
            <a:rect l="l" t="t" r="r" b="b"/>
            <a:pathLst>
              <a:path w="1362075" h="276225">
                <a:moveTo>
                  <a:pt x="0" y="228060"/>
                </a:moveTo>
                <a:lnTo>
                  <a:pt x="0" y="48163"/>
                </a:lnTo>
                <a:lnTo>
                  <a:pt x="0" y="41776"/>
                </a:lnTo>
                <a:lnTo>
                  <a:pt x="1221" y="35633"/>
                </a:lnTo>
                <a:lnTo>
                  <a:pt x="3666" y="29732"/>
                </a:lnTo>
                <a:lnTo>
                  <a:pt x="6110" y="23831"/>
                </a:lnTo>
                <a:lnTo>
                  <a:pt x="9590" y="18623"/>
                </a:lnTo>
                <a:lnTo>
                  <a:pt x="14107" y="14106"/>
                </a:lnTo>
                <a:lnTo>
                  <a:pt x="18623" y="9590"/>
                </a:lnTo>
                <a:lnTo>
                  <a:pt x="23831" y="6110"/>
                </a:lnTo>
                <a:lnTo>
                  <a:pt x="29732" y="3666"/>
                </a:lnTo>
                <a:lnTo>
                  <a:pt x="35633" y="1222"/>
                </a:lnTo>
                <a:lnTo>
                  <a:pt x="41777" y="0"/>
                </a:lnTo>
                <a:lnTo>
                  <a:pt x="48164" y="0"/>
                </a:lnTo>
                <a:lnTo>
                  <a:pt x="1313911" y="0"/>
                </a:lnTo>
                <a:lnTo>
                  <a:pt x="1320297" y="0"/>
                </a:lnTo>
                <a:lnTo>
                  <a:pt x="1326441" y="1222"/>
                </a:lnTo>
                <a:lnTo>
                  <a:pt x="1358408" y="29732"/>
                </a:lnTo>
                <a:lnTo>
                  <a:pt x="1360852" y="35633"/>
                </a:lnTo>
                <a:lnTo>
                  <a:pt x="1362074" y="41776"/>
                </a:lnTo>
                <a:lnTo>
                  <a:pt x="1362075" y="48163"/>
                </a:lnTo>
                <a:lnTo>
                  <a:pt x="1362075" y="228060"/>
                </a:lnTo>
                <a:lnTo>
                  <a:pt x="1362074" y="234447"/>
                </a:lnTo>
                <a:lnTo>
                  <a:pt x="1360852" y="240591"/>
                </a:lnTo>
                <a:lnTo>
                  <a:pt x="1358408" y="246492"/>
                </a:lnTo>
                <a:lnTo>
                  <a:pt x="1355963" y="252393"/>
                </a:lnTo>
                <a:lnTo>
                  <a:pt x="1320297" y="276224"/>
                </a:lnTo>
                <a:lnTo>
                  <a:pt x="1313911" y="276224"/>
                </a:lnTo>
                <a:lnTo>
                  <a:pt x="48164" y="276224"/>
                </a:lnTo>
                <a:lnTo>
                  <a:pt x="14107" y="262118"/>
                </a:lnTo>
                <a:lnTo>
                  <a:pt x="9590" y="257601"/>
                </a:lnTo>
                <a:lnTo>
                  <a:pt x="6110" y="252393"/>
                </a:lnTo>
                <a:lnTo>
                  <a:pt x="3666" y="246492"/>
                </a:lnTo>
                <a:lnTo>
                  <a:pt x="1221" y="240591"/>
                </a:lnTo>
                <a:lnTo>
                  <a:pt x="0" y="234447"/>
                </a:lnTo>
                <a:lnTo>
                  <a:pt x="0" y="228060"/>
                </a:lnTo>
                <a:close/>
              </a:path>
            </a:pathLst>
          </a:custGeom>
          <a:ln w="9524">
            <a:solidFill>
              <a:srgbClr val="2A0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334248" y="798163"/>
            <a:ext cx="1169670" cy="2070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00">
                <a:solidFill>
                  <a:srgbClr val="2A09FF"/>
                </a:solidFill>
                <a:latin typeface="Tahoma"/>
                <a:cs typeface="Tahoma"/>
              </a:rPr>
              <a:t>REALITY</a:t>
            </a:r>
            <a:r>
              <a:rPr dirty="0" sz="1200" spc="-25">
                <a:solidFill>
                  <a:srgbClr val="2A09FF"/>
                </a:solidFill>
                <a:latin typeface="Tahoma"/>
                <a:cs typeface="Tahoma"/>
              </a:rPr>
              <a:t> </a:t>
            </a:r>
            <a:r>
              <a:rPr dirty="0" sz="1200" spc="55">
                <a:solidFill>
                  <a:srgbClr val="2A09FF"/>
                </a:solidFill>
                <a:latin typeface="Tahoma"/>
                <a:cs typeface="Tahoma"/>
              </a:rPr>
              <a:t>CHECK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1136015">
              <a:lnSpc>
                <a:spcPts val="4650"/>
              </a:lnSpc>
              <a:spcBef>
                <a:spcPts val="100"/>
              </a:spcBef>
            </a:pPr>
            <a:r>
              <a:rPr dirty="0" spc="-125"/>
              <a:t>Today</a:t>
            </a:r>
            <a:r>
              <a:rPr dirty="0" spc="-405"/>
              <a:t> </a:t>
            </a:r>
            <a:r>
              <a:rPr dirty="0" spc="-140"/>
              <a:t>we're</a:t>
            </a:r>
            <a:r>
              <a:rPr dirty="0" spc="-400"/>
              <a:t> </a:t>
            </a:r>
            <a:r>
              <a:rPr dirty="0" spc="-170"/>
              <a:t>not</a:t>
            </a:r>
            <a:r>
              <a:rPr dirty="0" spc="-405"/>
              <a:t> </a:t>
            </a:r>
            <a:r>
              <a:rPr dirty="0" spc="-150"/>
              <a:t>here</a:t>
            </a:r>
            <a:r>
              <a:rPr dirty="0" spc="-400"/>
              <a:t> </a:t>
            </a:r>
            <a:r>
              <a:rPr dirty="0" spc="-70"/>
              <a:t>to </a:t>
            </a:r>
            <a:r>
              <a:rPr dirty="0" spc="-125"/>
              <a:t>replace</a:t>
            </a:r>
            <a:r>
              <a:rPr dirty="0" spc="-375"/>
              <a:t> </a:t>
            </a:r>
            <a:r>
              <a:rPr dirty="0" spc="-10"/>
              <a:t>teachers.</a:t>
            </a:r>
          </a:p>
          <a:p>
            <a:pPr marL="12700" marR="5080">
              <a:lnSpc>
                <a:spcPts val="4650"/>
              </a:lnSpc>
            </a:pPr>
            <a:r>
              <a:rPr dirty="0" spc="-135"/>
              <a:t>We're</a:t>
            </a:r>
            <a:r>
              <a:rPr dirty="0" spc="-405"/>
              <a:t> </a:t>
            </a:r>
            <a:r>
              <a:rPr dirty="0" spc="-150"/>
              <a:t>here</a:t>
            </a:r>
            <a:r>
              <a:rPr dirty="0" spc="-400"/>
              <a:t> </a:t>
            </a:r>
            <a:r>
              <a:rPr dirty="0" spc="-185"/>
              <a:t>to</a:t>
            </a:r>
            <a:r>
              <a:rPr dirty="0" spc="-405"/>
              <a:t> </a:t>
            </a:r>
            <a:r>
              <a:rPr dirty="0" spc="-185"/>
              <a:t>make</a:t>
            </a:r>
            <a:r>
              <a:rPr dirty="0" spc="-400"/>
              <a:t> </a:t>
            </a:r>
            <a:r>
              <a:rPr dirty="0" spc="-70"/>
              <a:t>teachers </a:t>
            </a:r>
            <a:r>
              <a:rPr dirty="0" spc="-180"/>
              <a:t>more</a:t>
            </a:r>
            <a:r>
              <a:rPr dirty="0" spc="-405"/>
              <a:t> </a:t>
            </a:r>
            <a:r>
              <a:rPr dirty="0" spc="-20"/>
              <a:t>powerful.</a:t>
            </a:r>
          </a:p>
        </p:txBody>
      </p:sp>
      <p:sp>
        <p:nvSpPr>
          <p:cNvPr id="6" name="object 6"/>
          <p:cNvSpPr/>
          <p:nvPr/>
        </p:nvSpPr>
        <p:spPr>
          <a:xfrm>
            <a:off x="5276849" y="39052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49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E4DF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276849" y="42671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49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E4DF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276849" y="46386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49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E4DFD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/>
          <p:cNvGrpSpPr/>
          <p:nvPr/>
        </p:nvGrpSpPr>
        <p:grpSpPr>
          <a:xfrm>
            <a:off x="5229223" y="5029199"/>
            <a:ext cx="6305550" cy="1057275"/>
            <a:chOff x="5229223" y="5029199"/>
            <a:chExt cx="6305550" cy="1057275"/>
          </a:xfrm>
        </p:grpSpPr>
        <p:sp>
          <p:nvSpPr>
            <p:cNvPr id="10" name="object 10"/>
            <p:cNvSpPr/>
            <p:nvPr/>
          </p:nvSpPr>
          <p:spPr>
            <a:xfrm>
              <a:off x="5229223" y="5029199"/>
              <a:ext cx="6305550" cy="1057275"/>
            </a:xfrm>
            <a:custGeom>
              <a:avLst/>
              <a:gdLst/>
              <a:ahLst/>
              <a:cxnLst/>
              <a:rect l="l" t="t" r="r" b="b"/>
              <a:pathLst>
                <a:path w="6305550" h="1057275">
                  <a:moveTo>
                    <a:pt x="6243735" y="1057274"/>
                  </a:moveTo>
                  <a:lnTo>
                    <a:pt x="61814" y="1057274"/>
                  </a:lnTo>
                  <a:lnTo>
                    <a:pt x="57512" y="1056850"/>
                  </a:lnTo>
                  <a:lnTo>
                    <a:pt x="22448" y="1040968"/>
                  </a:lnTo>
                  <a:lnTo>
                    <a:pt x="2118" y="1008283"/>
                  </a:lnTo>
                  <a:lnTo>
                    <a:pt x="0" y="995460"/>
                  </a:lnTo>
                  <a:lnTo>
                    <a:pt x="0" y="991116"/>
                  </a:lnTo>
                  <a:lnTo>
                    <a:pt x="0" y="61813"/>
                  </a:lnTo>
                  <a:lnTo>
                    <a:pt x="13563" y="25790"/>
                  </a:lnTo>
                  <a:lnTo>
                    <a:pt x="44854" y="3373"/>
                  </a:lnTo>
                  <a:lnTo>
                    <a:pt x="61814" y="0"/>
                  </a:lnTo>
                  <a:lnTo>
                    <a:pt x="6243735" y="0"/>
                  </a:lnTo>
                  <a:lnTo>
                    <a:pt x="6279758" y="13562"/>
                  </a:lnTo>
                  <a:lnTo>
                    <a:pt x="6302173" y="44853"/>
                  </a:lnTo>
                  <a:lnTo>
                    <a:pt x="6305548" y="61813"/>
                  </a:lnTo>
                  <a:lnTo>
                    <a:pt x="6305548" y="995460"/>
                  </a:lnTo>
                  <a:lnTo>
                    <a:pt x="6291985" y="1031483"/>
                  </a:lnTo>
                  <a:lnTo>
                    <a:pt x="6260695" y="1053900"/>
                  </a:lnTo>
                  <a:lnTo>
                    <a:pt x="6248037" y="1056850"/>
                  </a:lnTo>
                  <a:lnTo>
                    <a:pt x="6243735" y="1057274"/>
                  </a:lnTo>
                  <a:close/>
                </a:path>
              </a:pathLst>
            </a:custGeom>
            <a:solidFill>
              <a:srgbClr val="11008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55127" y="5317238"/>
              <a:ext cx="165385" cy="165385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5523259" y="3789298"/>
            <a:ext cx="5479415" cy="20434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90">
                <a:solidFill>
                  <a:srgbClr val="E4DFDE"/>
                </a:solidFill>
                <a:latin typeface="Tahoma"/>
                <a:cs typeface="Tahoma"/>
              </a:rPr>
              <a:t>How</a:t>
            </a:r>
            <a:r>
              <a:rPr dirty="0" sz="1450" spc="-4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50">
                <a:solidFill>
                  <a:srgbClr val="E4DFDE"/>
                </a:solidFill>
                <a:latin typeface="Tahoma"/>
                <a:cs typeface="Tahoma"/>
              </a:rPr>
              <a:t>many</a:t>
            </a:r>
            <a:r>
              <a:rPr dirty="0" sz="1450" spc="-2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50">
                <a:solidFill>
                  <a:srgbClr val="E4DFDE"/>
                </a:solidFill>
                <a:latin typeface="Tahoma"/>
                <a:cs typeface="Tahoma"/>
              </a:rPr>
              <a:t>teachers</a:t>
            </a:r>
            <a:r>
              <a:rPr dirty="0" sz="1450" spc="-3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70">
                <a:solidFill>
                  <a:srgbClr val="E4DFDE"/>
                </a:solidFill>
                <a:latin typeface="Tahoma"/>
                <a:cs typeface="Tahoma"/>
              </a:rPr>
              <a:t>spend</a:t>
            </a:r>
            <a:r>
              <a:rPr dirty="0" sz="1450" spc="-3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E4DFDE"/>
                </a:solidFill>
                <a:latin typeface="Tahoma"/>
                <a:cs typeface="Tahoma"/>
              </a:rPr>
              <a:t>more</a:t>
            </a:r>
            <a:r>
              <a:rPr dirty="0" sz="1450" spc="-3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E4DFDE"/>
                </a:solidFill>
                <a:latin typeface="Tahoma"/>
                <a:cs typeface="Tahoma"/>
              </a:rPr>
              <a:t>than</a:t>
            </a:r>
            <a:r>
              <a:rPr dirty="0" sz="1450" spc="-3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114">
                <a:solidFill>
                  <a:srgbClr val="E4DFDE"/>
                </a:solidFill>
                <a:latin typeface="Tahoma"/>
                <a:cs typeface="Tahoma"/>
              </a:rPr>
              <a:t>2</a:t>
            </a:r>
            <a:r>
              <a:rPr dirty="0" sz="1450" spc="-2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50">
                <a:solidFill>
                  <a:srgbClr val="E4DFDE"/>
                </a:solidFill>
                <a:latin typeface="Tahoma"/>
                <a:cs typeface="Tahoma"/>
              </a:rPr>
              <a:t>hours</a:t>
            </a:r>
            <a:r>
              <a:rPr dirty="0" sz="1450" spc="-3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E4DFDE"/>
                </a:solidFill>
                <a:latin typeface="Tahoma"/>
                <a:cs typeface="Tahoma"/>
              </a:rPr>
              <a:t>making</a:t>
            </a:r>
            <a:r>
              <a:rPr dirty="0" sz="1450" spc="-3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E4DFDE"/>
                </a:solidFill>
                <a:latin typeface="Tahoma"/>
                <a:cs typeface="Tahoma"/>
              </a:rPr>
              <a:t>notes?</a:t>
            </a: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dirty="0" sz="1450" spc="90">
                <a:solidFill>
                  <a:srgbClr val="E4DFDE"/>
                </a:solidFill>
                <a:latin typeface="Tahoma"/>
                <a:cs typeface="Tahoma"/>
              </a:rPr>
              <a:t>How</a:t>
            </a:r>
            <a:r>
              <a:rPr dirty="0" sz="1450" spc="-9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50">
                <a:solidFill>
                  <a:srgbClr val="E4DFDE"/>
                </a:solidFill>
                <a:latin typeface="Tahoma"/>
                <a:cs typeface="Tahoma"/>
              </a:rPr>
              <a:t>many</a:t>
            </a:r>
            <a:r>
              <a:rPr dirty="0" sz="1450" spc="-8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70">
                <a:solidFill>
                  <a:srgbClr val="E4DFDE"/>
                </a:solidFill>
                <a:latin typeface="Tahoma"/>
                <a:cs typeface="Tahoma"/>
              </a:rPr>
              <a:t>spend</a:t>
            </a:r>
            <a:r>
              <a:rPr dirty="0" sz="1450" spc="-8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55">
                <a:solidFill>
                  <a:srgbClr val="E4DFDE"/>
                </a:solidFill>
                <a:latin typeface="Tahoma"/>
                <a:cs typeface="Tahoma"/>
              </a:rPr>
              <a:t>Sunday</a:t>
            </a:r>
            <a:r>
              <a:rPr dirty="0" sz="1450" spc="-8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65">
                <a:solidFill>
                  <a:srgbClr val="E4DFDE"/>
                </a:solidFill>
                <a:latin typeface="Tahoma"/>
                <a:cs typeface="Tahoma"/>
              </a:rPr>
              <a:t>checking</a:t>
            </a:r>
            <a:r>
              <a:rPr dirty="0" sz="1450" spc="-8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35">
                <a:solidFill>
                  <a:srgbClr val="E4DFDE"/>
                </a:solidFill>
                <a:latin typeface="Tahoma"/>
                <a:cs typeface="Tahoma"/>
              </a:rPr>
              <a:t>assignments?</a:t>
            </a: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z="1450" spc="-50">
                <a:solidFill>
                  <a:srgbClr val="E4DFDE"/>
                </a:solidFill>
                <a:latin typeface="Tahoma"/>
                <a:cs typeface="Tahoma"/>
              </a:rPr>
              <a:t>If</a:t>
            </a:r>
            <a:r>
              <a:rPr dirty="0" sz="1450" spc="-4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E4DFDE"/>
                </a:solidFill>
                <a:latin typeface="Tahoma"/>
                <a:cs typeface="Tahoma"/>
              </a:rPr>
              <a:t>AI</a:t>
            </a:r>
            <a:r>
              <a:rPr dirty="0" sz="1450" spc="-3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80">
                <a:solidFill>
                  <a:srgbClr val="E4DFDE"/>
                </a:solidFill>
                <a:latin typeface="Tahoma"/>
                <a:cs typeface="Tahoma"/>
              </a:rPr>
              <a:t>can</a:t>
            </a:r>
            <a:r>
              <a:rPr dirty="0" sz="1450" spc="-3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60">
                <a:solidFill>
                  <a:srgbClr val="E4DFDE"/>
                </a:solidFill>
                <a:latin typeface="Tahoma"/>
                <a:cs typeface="Tahoma"/>
              </a:rPr>
              <a:t>save</a:t>
            </a:r>
            <a:r>
              <a:rPr dirty="0" sz="1450" spc="-4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E4DFDE"/>
                </a:solidFill>
                <a:latin typeface="Tahoma"/>
                <a:cs typeface="Tahoma"/>
              </a:rPr>
              <a:t>60–70%</a:t>
            </a:r>
            <a:r>
              <a:rPr dirty="0" sz="1450" spc="-4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75">
                <a:solidFill>
                  <a:srgbClr val="E4DFDE"/>
                </a:solidFill>
                <a:latin typeface="Tahoma"/>
                <a:cs typeface="Tahoma"/>
              </a:rPr>
              <a:t>of</a:t>
            </a:r>
            <a:r>
              <a:rPr dirty="0" sz="1450" spc="-4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E4DFDE"/>
                </a:solidFill>
                <a:latin typeface="Tahoma"/>
                <a:cs typeface="Tahoma"/>
              </a:rPr>
              <a:t>that</a:t>
            </a:r>
            <a:r>
              <a:rPr dirty="0" sz="1450" spc="-3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E4DFDE"/>
                </a:solidFill>
                <a:latin typeface="Tahoma"/>
                <a:cs typeface="Tahoma"/>
              </a:rPr>
              <a:t>time,</a:t>
            </a:r>
            <a:r>
              <a:rPr dirty="0" sz="1450" spc="-3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50">
                <a:solidFill>
                  <a:srgbClr val="E4DFDE"/>
                </a:solidFill>
                <a:latin typeface="Tahoma"/>
                <a:cs typeface="Tahoma"/>
              </a:rPr>
              <a:t>would</a:t>
            </a:r>
            <a:r>
              <a:rPr dirty="0" sz="1450" spc="-4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60">
                <a:solidFill>
                  <a:srgbClr val="E4DFDE"/>
                </a:solidFill>
                <a:latin typeface="Tahoma"/>
                <a:cs typeface="Tahoma"/>
              </a:rPr>
              <a:t>you</a:t>
            </a:r>
            <a:r>
              <a:rPr dirty="0" sz="1450" spc="-3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E4DFDE"/>
                </a:solidFill>
                <a:latin typeface="Tahoma"/>
                <a:cs typeface="Tahoma"/>
              </a:rPr>
              <a:t>like</a:t>
            </a:r>
            <a:r>
              <a:rPr dirty="0" sz="1450" spc="-3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E4DFDE"/>
                </a:solidFill>
                <a:latin typeface="Tahoma"/>
                <a:cs typeface="Tahoma"/>
              </a:rPr>
              <a:t>to</a:t>
            </a:r>
            <a:r>
              <a:rPr dirty="0" sz="1450" spc="-4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E4DFDE"/>
                </a:solidFill>
                <a:latin typeface="Tahoma"/>
                <a:cs typeface="Tahoma"/>
              </a:rPr>
              <a:t>learn</a:t>
            </a:r>
            <a:r>
              <a:rPr dirty="0" sz="1450" spc="-3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-25">
                <a:solidFill>
                  <a:srgbClr val="E4DFDE"/>
                </a:solidFill>
                <a:latin typeface="Tahoma"/>
                <a:cs typeface="Tahoma"/>
              </a:rPr>
              <a:t>it?</a:t>
            </a:r>
            <a:endParaRPr sz="14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4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50">
              <a:latin typeface="Tahoma"/>
              <a:cs typeface="Tahoma"/>
            </a:endParaRPr>
          </a:p>
          <a:p>
            <a:pPr marL="324485" marR="5080">
              <a:lnSpc>
                <a:spcPct val="137900"/>
              </a:lnSpc>
            </a:pPr>
            <a:r>
              <a:rPr dirty="0" sz="1450" spc="-10">
                <a:solidFill>
                  <a:srgbClr val="FFFFFF"/>
                </a:solidFill>
                <a:latin typeface="Tahoma"/>
                <a:cs typeface="Tahoma"/>
              </a:rPr>
              <a:t>AI</a:t>
            </a:r>
            <a:r>
              <a:rPr dirty="0" sz="1450" spc="-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50" spc="50">
                <a:solidFill>
                  <a:srgbClr val="FFFFFF"/>
                </a:solidFill>
                <a:latin typeface="Tahoma"/>
                <a:cs typeface="Tahoma"/>
              </a:rPr>
              <a:t>should</a:t>
            </a:r>
            <a:r>
              <a:rPr dirty="0" sz="1450" spc="-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50" spc="50">
                <a:solidFill>
                  <a:srgbClr val="FFFFFF"/>
                </a:solidFill>
                <a:latin typeface="Tahoma"/>
                <a:cs typeface="Tahoma"/>
              </a:rPr>
              <a:t>act</a:t>
            </a:r>
            <a:r>
              <a:rPr dirty="0" sz="1450" spc="-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50" spc="8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dirty="0" sz="1450" spc="-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FFFFFF"/>
                </a:solidFill>
                <a:latin typeface="Tahoma"/>
                <a:cs typeface="Tahoma"/>
              </a:rPr>
              <a:t>an</a:t>
            </a:r>
            <a:r>
              <a:rPr dirty="0" sz="1450" spc="-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50" spc="65">
                <a:solidFill>
                  <a:srgbClr val="FFFFFF"/>
                </a:solidFill>
                <a:latin typeface="Tahoma"/>
                <a:cs typeface="Tahoma"/>
              </a:rPr>
              <a:t>academic</a:t>
            </a:r>
            <a:r>
              <a:rPr dirty="0" sz="1450" spc="-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FFFFFF"/>
                </a:solidFill>
                <a:latin typeface="Tahoma"/>
                <a:cs typeface="Tahoma"/>
              </a:rPr>
              <a:t>assistant</a:t>
            </a:r>
            <a:r>
              <a:rPr dirty="0" sz="1450" spc="-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FFFFFF"/>
                </a:solidFill>
                <a:latin typeface="Tahoma"/>
                <a:cs typeface="Tahoma"/>
              </a:rPr>
              <a:t>rather</a:t>
            </a:r>
            <a:r>
              <a:rPr dirty="0" sz="1450" spc="-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FFFFFF"/>
                </a:solidFill>
                <a:latin typeface="Tahoma"/>
                <a:cs typeface="Tahoma"/>
              </a:rPr>
              <a:t>than</a:t>
            </a:r>
            <a:r>
              <a:rPr dirty="0" sz="1450" spc="-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FFFFFF"/>
                </a:solidFill>
                <a:latin typeface="Tahoma"/>
                <a:cs typeface="Tahoma"/>
              </a:rPr>
              <a:t>replacing educators.</a:t>
            </a:r>
            <a:endParaRPr sz="1450">
              <a:latin typeface="Tahoma"/>
              <a:cs typeface="Tahoma"/>
            </a:endParaRPr>
          </a:p>
        </p:txBody>
      </p:sp>
      <p:pic>
        <p:nvPicPr>
          <p:cNvPr id="13" name="object 13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8840" y="503555"/>
            <a:ext cx="1253490" cy="30924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-85"/>
              <a:t>What</a:t>
            </a:r>
            <a:r>
              <a:rPr dirty="0" sz="1850" spc="-200"/>
              <a:t> </a:t>
            </a:r>
            <a:r>
              <a:rPr dirty="0" sz="1850" spc="-25"/>
              <a:t>is</a:t>
            </a:r>
            <a:r>
              <a:rPr dirty="0" sz="1850" spc="-195"/>
              <a:t> </a:t>
            </a:r>
            <a:r>
              <a:rPr dirty="0" sz="1850" spc="-95"/>
              <a:t>AI?</a:t>
            </a:r>
            <a:endParaRPr sz="1850"/>
          </a:p>
        </p:txBody>
      </p:sp>
      <p:sp>
        <p:nvSpPr>
          <p:cNvPr id="3" name="object 3"/>
          <p:cNvSpPr txBox="1"/>
          <p:nvPr/>
        </p:nvSpPr>
        <p:spPr>
          <a:xfrm>
            <a:off x="648840" y="844397"/>
            <a:ext cx="4316095" cy="511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717550">
              <a:lnSpc>
                <a:spcPct val="141700"/>
              </a:lnSpc>
              <a:spcBef>
                <a:spcPts val="100"/>
              </a:spcBef>
            </a:pPr>
            <a:r>
              <a:rPr dirty="0" sz="750">
                <a:solidFill>
                  <a:srgbClr val="E4DFDE"/>
                </a:solidFill>
                <a:latin typeface="Tahoma"/>
                <a:cs typeface="Tahoma"/>
              </a:rPr>
              <a:t>The Teacher Process: Teacher Explains </a:t>
            </a:r>
            <a:r>
              <a:rPr dirty="0" sz="750" spc="-45">
                <a:solidFill>
                  <a:srgbClr val="E4DFDE"/>
                </a:solidFill>
                <a:latin typeface="Tahoma"/>
                <a:cs typeface="Tahoma"/>
              </a:rPr>
              <a:t>→</a:t>
            </a:r>
            <a:r>
              <a:rPr dirty="0" sz="750">
                <a:solidFill>
                  <a:srgbClr val="E4DFDE"/>
                </a:solidFill>
                <a:latin typeface="Tahoma"/>
                <a:cs typeface="Tahoma"/>
              </a:rPr>
              <a:t> Student</a:t>
            </a:r>
            <a:r>
              <a:rPr dirty="0" sz="750" spc="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E4DFDE"/>
                </a:solidFill>
                <a:latin typeface="Tahoma"/>
                <a:cs typeface="Tahoma"/>
              </a:rPr>
              <a:t>asks doubts </a:t>
            </a:r>
            <a:r>
              <a:rPr dirty="0" sz="750" spc="-45">
                <a:solidFill>
                  <a:srgbClr val="E4DFDE"/>
                </a:solidFill>
                <a:latin typeface="Tahoma"/>
                <a:cs typeface="Tahoma"/>
              </a:rPr>
              <a:t>→</a:t>
            </a:r>
            <a:r>
              <a:rPr dirty="0" sz="750">
                <a:solidFill>
                  <a:srgbClr val="E4DFDE"/>
                </a:solidFill>
                <a:latin typeface="Tahoma"/>
                <a:cs typeface="Tahoma"/>
              </a:rPr>
              <a:t> Teacher </a:t>
            </a:r>
            <a:r>
              <a:rPr dirty="0" sz="750" spc="-10">
                <a:solidFill>
                  <a:srgbClr val="E4DFDE"/>
                </a:solidFill>
                <a:latin typeface="Tahoma"/>
                <a:cs typeface="Tahoma"/>
              </a:rPr>
              <a:t>answers </a:t>
            </a:r>
            <a:r>
              <a:rPr dirty="0" sz="750">
                <a:solidFill>
                  <a:srgbClr val="E4DFDE"/>
                </a:solidFill>
                <a:latin typeface="Tahoma"/>
                <a:cs typeface="Tahoma"/>
              </a:rPr>
              <a:t>The</a:t>
            </a:r>
            <a:r>
              <a:rPr dirty="0" sz="750" spc="-1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 spc="-25">
                <a:solidFill>
                  <a:srgbClr val="E4DFDE"/>
                </a:solidFill>
                <a:latin typeface="Tahoma"/>
                <a:cs typeface="Tahoma"/>
              </a:rPr>
              <a:t>AI</a:t>
            </a:r>
            <a:r>
              <a:rPr dirty="0" sz="750" spc="-1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E4DFDE"/>
                </a:solidFill>
                <a:latin typeface="Tahoma"/>
                <a:cs typeface="Tahoma"/>
              </a:rPr>
              <a:t>Concept:</a:t>
            </a:r>
            <a:r>
              <a:rPr dirty="0" sz="750" spc="-1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 spc="-40">
                <a:solidFill>
                  <a:srgbClr val="E4DFDE"/>
                </a:solidFill>
                <a:latin typeface="Tahoma"/>
                <a:cs typeface="Tahoma"/>
              </a:rPr>
              <a:t>If</a:t>
            </a:r>
            <a:r>
              <a:rPr dirty="0" sz="750" spc="-1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E4DFDE"/>
                </a:solidFill>
                <a:latin typeface="Tahoma"/>
                <a:cs typeface="Tahoma"/>
              </a:rPr>
              <a:t>a</a:t>
            </a:r>
            <a:r>
              <a:rPr dirty="0" sz="750" spc="-1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E4DFDE"/>
                </a:solidFill>
                <a:latin typeface="Tahoma"/>
                <a:cs typeface="Tahoma"/>
              </a:rPr>
              <a:t>computer</a:t>
            </a:r>
            <a:r>
              <a:rPr dirty="0" sz="750" spc="-1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E4DFDE"/>
                </a:solidFill>
                <a:latin typeface="Tahoma"/>
                <a:cs typeface="Tahoma"/>
              </a:rPr>
              <a:t>can</a:t>
            </a:r>
            <a:r>
              <a:rPr dirty="0" sz="750" spc="-1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E4DFDE"/>
                </a:solidFill>
                <a:latin typeface="Tahoma"/>
                <a:cs typeface="Tahoma"/>
              </a:rPr>
              <a:t>also</a:t>
            </a:r>
            <a:r>
              <a:rPr dirty="0" sz="750" spc="-1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 spc="-10">
                <a:solidFill>
                  <a:srgbClr val="E4DFDE"/>
                </a:solidFill>
                <a:latin typeface="Tahoma"/>
                <a:cs typeface="Tahoma"/>
              </a:rPr>
              <a:t>answer... </a:t>
            </a:r>
            <a:r>
              <a:rPr dirty="0" sz="750">
                <a:solidFill>
                  <a:srgbClr val="E4DFDE"/>
                </a:solidFill>
                <a:latin typeface="Tahoma"/>
                <a:cs typeface="Tahoma"/>
              </a:rPr>
              <a:t>is</a:t>
            </a:r>
            <a:r>
              <a:rPr dirty="0" sz="750" spc="-1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 spc="-20">
                <a:solidFill>
                  <a:srgbClr val="E4DFDE"/>
                </a:solidFill>
                <a:latin typeface="Tahoma"/>
                <a:cs typeface="Tahoma"/>
              </a:rPr>
              <a:t>it</a:t>
            </a:r>
            <a:r>
              <a:rPr dirty="0" sz="750" spc="-1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 spc="-10">
                <a:solidFill>
                  <a:srgbClr val="E4DFDE"/>
                </a:solidFill>
                <a:latin typeface="Tahoma"/>
                <a:cs typeface="Tahoma"/>
              </a:rPr>
              <a:t>intelligent?</a:t>
            </a:r>
            <a:endParaRPr sz="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750" spc="-10">
                <a:solidFill>
                  <a:srgbClr val="E4DFDE"/>
                </a:solidFill>
                <a:latin typeface="Tahoma"/>
                <a:cs typeface="Tahoma"/>
              </a:rPr>
              <a:t>Definition:</a:t>
            </a:r>
            <a:r>
              <a:rPr dirty="0" sz="750">
                <a:solidFill>
                  <a:srgbClr val="E4DFDE"/>
                </a:solidFill>
                <a:latin typeface="Tahoma"/>
                <a:cs typeface="Tahoma"/>
              </a:rPr>
              <a:t> Artificial</a:t>
            </a:r>
            <a:r>
              <a:rPr dirty="0" sz="750" spc="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 spc="-10">
                <a:solidFill>
                  <a:srgbClr val="E4DFDE"/>
                </a:solidFill>
                <a:latin typeface="Tahoma"/>
                <a:cs typeface="Tahoma"/>
              </a:rPr>
              <a:t>Intelligence</a:t>
            </a:r>
            <a:r>
              <a:rPr dirty="0" sz="750" spc="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 spc="-70">
                <a:solidFill>
                  <a:srgbClr val="E4DFDE"/>
                </a:solidFill>
                <a:latin typeface="Tahoma"/>
                <a:cs typeface="Tahoma"/>
              </a:rPr>
              <a:t>=</a:t>
            </a:r>
            <a:r>
              <a:rPr dirty="0" sz="750" spc="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E4DFDE"/>
                </a:solidFill>
                <a:latin typeface="Tahoma"/>
                <a:cs typeface="Tahoma"/>
              </a:rPr>
              <a:t>Machines</a:t>
            </a:r>
            <a:r>
              <a:rPr dirty="0" sz="750" spc="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E4DFDE"/>
                </a:solidFill>
                <a:latin typeface="Tahoma"/>
                <a:cs typeface="Tahoma"/>
              </a:rPr>
              <a:t>performing</a:t>
            </a:r>
            <a:r>
              <a:rPr dirty="0" sz="750" spc="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E4DFDE"/>
                </a:solidFill>
                <a:latin typeface="Tahoma"/>
                <a:cs typeface="Tahoma"/>
              </a:rPr>
              <a:t>tasks</a:t>
            </a:r>
            <a:r>
              <a:rPr dirty="0" sz="750" spc="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 spc="-10">
                <a:solidFill>
                  <a:srgbClr val="E4DFDE"/>
                </a:solidFill>
                <a:latin typeface="Tahoma"/>
                <a:cs typeface="Tahoma"/>
              </a:rPr>
              <a:t>that</a:t>
            </a:r>
            <a:r>
              <a:rPr dirty="0" sz="750" spc="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E4DFDE"/>
                </a:solidFill>
                <a:latin typeface="Tahoma"/>
                <a:cs typeface="Tahoma"/>
              </a:rPr>
              <a:t>usually</a:t>
            </a:r>
            <a:r>
              <a:rPr dirty="0" sz="750" spc="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 spc="-10">
                <a:solidFill>
                  <a:srgbClr val="E4DFDE"/>
                </a:solidFill>
                <a:latin typeface="Tahoma"/>
                <a:cs typeface="Tahoma"/>
              </a:rPr>
              <a:t>require</a:t>
            </a:r>
            <a:r>
              <a:rPr dirty="0" sz="750" spc="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E4DFDE"/>
                </a:solidFill>
                <a:latin typeface="Tahoma"/>
                <a:cs typeface="Tahoma"/>
              </a:rPr>
              <a:t>human</a:t>
            </a:r>
            <a:r>
              <a:rPr dirty="0" sz="750" spc="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 spc="-10">
                <a:solidFill>
                  <a:srgbClr val="E4DFDE"/>
                </a:solidFill>
                <a:latin typeface="Tahoma"/>
                <a:cs typeface="Tahoma"/>
              </a:rPr>
              <a:t>intelligence.</a:t>
            </a:r>
            <a:endParaRPr sz="75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40704" y="2109775"/>
            <a:ext cx="6294779" cy="41056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47090" y="3704307"/>
            <a:ext cx="1566545" cy="655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0" marR="5080" indent="-114935">
              <a:lnSpc>
                <a:spcPct val="108700"/>
              </a:lnSpc>
              <a:spcBef>
                <a:spcPts val="95"/>
              </a:spcBef>
            </a:pPr>
            <a:r>
              <a:rPr dirty="0" sz="1900" spc="-120" b="1">
                <a:solidFill>
                  <a:srgbClr val="E4DFDE"/>
                </a:solidFill>
                <a:latin typeface="Tahoma"/>
                <a:cs typeface="Tahoma"/>
              </a:rPr>
              <a:t>Inquiry</a:t>
            </a:r>
            <a:r>
              <a:rPr dirty="0" sz="1900" spc="-175" b="1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900" spc="-40" b="1">
                <a:solidFill>
                  <a:srgbClr val="E4DFDE"/>
                </a:solidFill>
                <a:latin typeface="Tahoma"/>
                <a:cs typeface="Tahoma"/>
              </a:rPr>
              <a:t>About </a:t>
            </a:r>
            <a:r>
              <a:rPr dirty="0" sz="1900" spc="-25" b="1">
                <a:solidFill>
                  <a:srgbClr val="E4DFDE"/>
                </a:solidFill>
                <a:latin typeface="Tahoma"/>
                <a:cs typeface="Tahoma"/>
              </a:rPr>
              <a:t>Intelligence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67816" y="6364496"/>
            <a:ext cx="2459990" cy="3187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900" spc="-80" b="1">
                <a:solidFill>
                  <a:srgbClr val="E4DFDE"/>
                </a:solidFill>
                <a:latin typeface="Tahoma"/>
                <a:cs typeface="Tahoma"/>
              </a:rPr>
              <a:t>Automated</a:t>
            </a:r>
            <a:r>
              <a:rPr dirty="0" sz="1900" spc="-160" b="1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900" spc="-30" b="1">
                <a:solidFill>
                  <a:srgbClr val="E4DFDE"/>
                </a:solidFill>
                <a:latin typeface="Tahoma"/>
                <a:cs typeface="Tahoma"/>
              </a:rPr>
              <a:t>Response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58000" y="3878033"/>
            <a:ext cx="1983105" cy="3187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900" spc="-85" b="1">
                <a:solidFill>
                  <a:srgbClr val="E4DFDE"/>
                </a:solidFill>
                <a:latin typeface="Tahoma"/>
                <a:cs typeface="Tahoma"/>
              </a:rPr>
              <a:t>Direct</a:t>
            </a:r>
            <a:r>
              <a:rPr dirty="0" sz="1900" spc="-165" b="1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900" spc="-40" b="1">
                <a:solidFill>
                  <a:srgbClr val="E4DFDE"/>
                </a:solidFill>
                <a:latin typeface="Tahoma"/>
                <a:cs typeface="Tahoma"/>
              </a:rPr>
              <a:t>Answering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19708" y="1619587"/>
            <a:ext cx="2743835" cy="3187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900" spc="-80" b="1">
                <a:solidFill>
                  <a:srgbClr val="E4DFDE"/>
                </a:solidFill>
                <a:latin typeface="Tahoma"/>
                <a:cs typeface="Tahoma"/>
              </a:rPr>
              <a:t>Human-</a:t>
            </a:r>
            <a:r>
              <a:rPr dirty="0" sz="1900" spc="-40" b="1">
                <a:solidFill>
                  <a:srgbClr val="E4DFDE"/>
                </a:solidFill>
                <a:latin typeface="Tahoma"/>
                <a:cs typeface="Tahoma"/>
              </a:rPr>
              <a:t>Led</a:t>
            </a:r>
            <a:r>
              <a:rPr dirty="0" sz="1900" spc="-165" b="1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900" spc="-75" b="1">
                <a:solidFill>
                  <a:srgbClr val="E4DFDE"/>
                </a:solidFill>
                <a:latin typeface="Tahoma"/>
                <a:cs typeface="Tahoma"/>
              </a:rPr>
              <a:t>Explanation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72111" y="5186412"/>
            <a:ext cx="1759585" cy="445134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14629" marR="5080" indent="-202565">
              <a:lnSpc>
                <a:spcPts val="1450"/>
              </a:lnSpc>
              <a:spcBef>
                <a:spcPts val="475"/>
              </a:spcBef>
            </a:pPr>
            <a:r>
              <a:rPr dirty="0" sz="1500" spc="70">
                <a:solidFill>
                  <a:srgbClr val="E4DFDE"/>
                </a:solidFill>
                <a:latin typeface="Tahoma"/>
                <a:cs typeface="Tahoma"/>
              </a:rPr>
              <a:t>Computer</a:t>
            </a:r>
            <a:r>
              <a:rPr dirty="0" sz="1500" spc="-7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500" spc="60">
                <a:solidFill>
                  <a:srgbClr val="E4DFDE"/>
                </a:solidFill>
                <a:latin typeface="Tahoma"/>
                <a:cs typeface="Tahoma"/>
              </a:rPr>
              <a:t>provides </a:t>
            </a:r>
            <a:r>
              <a:rPr dirty="0" sz="1500" spc="55">
                <a:solidFill>
                  <a:srgbClr val="E4DFDE"/>
                </a:solidFill>
                <a:latin typeface="Tahoma"/>
                <a:cs typeface="Tahoma"/>
              </a:rPr>
              <a:t>direct</a:t>
            </a:r>
            <a:r>
              <a:rPr dirty="0" sz="1500" spc="-5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500" spc="65">
                <a:solidFill>
                  <a:srgbClr val="E4DFDE"/>
                </a:solidFill>
                <a:latin typeface="Tahoma"/>
                <a:cs typeface="Tahoma"/>
              </a:rPr>
              <a:t>answers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36905" y="5197270"/>
            <a:ext cx="1784350" cy="445134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57785" marR="5080" indent="-45720">
              <a:lnSpc>
                <a:spcPts val="1450"/>
              </a:lnSpc>
              <a:spcBef>
                <a:spcPts val="475"/>
              </a:spcBef>
            </a:pPr>
            <a:r>
              <a:rPr dirty="0" sz="1500">
                <a:solidFill>
                  <a:srgbClr val="E4DFDE"/>
                </a:solidFill>
                <a:latin typeface="Tahoma"/>
                <a:cs typeface="Tahoma"/>
              </a:rPr>
              <a:t>Question:</a:t>
            </a:r>
            <a:r>
              <a:rPr dirty="0" sz="1500" spc="12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500" spc="90">
                <a:solidFill>
                  <a:srgbClr val="E4DFDE"/>
                </a:solidFill>
                <a:latin typeface="Tahoma"/>
                <a:cs typeface="Tahoma"/>
              </a:rPr>
              <a:t>Does</a:t>
            </a:r>
            <a:r>
              <a:rPr dirty="0" sz="1500" spc="12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E4DFDE"/>
                </a:solidFill>
                <a:latin typeface="Tahoma"/>
                <a:cs typeface="Tahoma"/>
              </a:rPr>
              <a:t>this </a:t>
            </a:r>
            <a:r>
              <a:rPr dirty="0" sz="1500" spc="60">
                <a:solidFill>
                  <a:srgbClr val="E4DFDE"/>
                </a:solidFill>
                <a:latin typeface="Tahoma"/>
                <a:cs typeface="Tahoma"/>
              </a:rPr>
              <a:t>imply</a:t>
            </a:r>
            <a:r>
              <a:rPr dirty="0" sz="1500" spc="-7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500" spc="40">
                <a:solidFill>
                  <a:srgbClr val="E4DFDE"/>
                </a:solidFill>
                <a:latin typeface="Tahoma"/>
                <a:cs typeface="Tahoma"/>
              </a:rPr>
              <a:t>intelligence?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40564" y="3188556"/>
            <a:ext cx="1577340" cy="445134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07950" marR="5080" indent="-95885">
              <a:lnSpc>
                <a:spcPts val="1450"/>
              </a:lnSpc>
              <a:spcBef>
                <a:spcPts val="475"/>
              </a:spcBef>
            </a:pPr>
            <a:r>
              <a:rPr dirty="0" sz="1500" spc="60">
                <a:solidFill>
                  <a:srgbClr val="E4DFDE"/>
                </a:solidFill>
                <a:latin typeface="Tahoma"/>
                <a:cs typeface="Tahoma"/>
              </a:rPr>
              <a:t>Teacher</a:t>
            </a:r>
            <a:r>
              <a:rPr dirty="0" sz="1500" spc="-4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500" spc="65">
                <a:solidFill>
                  <a:srgbClr val="E4DFDE"/>
                </a:solidFill>
                <a:latin typeface="Tahoma"/>
                <a:cs typeface="Tahoma"/>
              </a:rPr>
              <a:t>answers </a:t>
            </a:r>
            <a:r>
              <a:rPr dirty="0" sz="1500" spc="50">
                <a:solidFill>
                  <a:srgbClr val="E4DFDE"/>
                </a:solidFill>
                <a:latin typeface="Tahoma"/>
                <a:cs typeface="Tahoma"/>
              </a:rPr>
              <a:t>student</a:t>
            </a:r>
            <a:r>
              <a:rPr dirty="0" sz="1500" spc="-5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500" spc="60">
                <a:solidFill>
                  <a:srgbClr val="E4DFDE"/>
                </a:solidFill>
                <a:latin typeface="Tahoma"/>
                <a:cs typeface="Tahoma"/>
              </a:rPr>
              <a:t>doubts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80425" y="3188556"/>
            <a:ext cx="1612900" cy="445134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30504" marR="5080" indent="-218440">
              <a:lnSpc>
                <a:spcPts val="1450"/>
              </a:lnSpc>
              <a:spcBef>
                <a:spcPts val="475"/>
              </a:spcBef>
            </a:pPr>
            <a:r>
              <a:rPr dirty="0" sz="1500" spc="60">
                <a:solidFill>
                  <a:srgbClr val="E4DFDE"/>
                </a:solidFill>
                <a:latin typeface="Tahoma"/>
                <a:cs typeface="Tahoma"/>
              </a:rPr>
              <a:t>Teacher</a:t>
            </a:r>
            <a:r>
              <a:rPr dirty="0" sz="1500" spc="-4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500" spc="40">
                <a:solidFill>
                  <a:srgbClr val="E4DFDE"/>
                </a:solidFill>
                <a:latin typeface="Tahoma"/>
                <a:cs typeface="Tahoma"/>
              </a:rPr>
              <a:t>explains, </a:t>
            </a:r>
            <a:r>
              <a:rPr dirty="0" sz="1500" spc="50">
                <a:solidFill>
                  <a:srgbClr val="E4DFDE"/>
                </a:solidFill>
                <a:latin typeface="Tahoma"/>
                <a:cs typeface="Tahoma"/>
              </a:rPr>
              <a:t>student</a:t>
            </a:r>
            <a:r>
              <a:rPr dirty="0" sz="1500" spc="-5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500" spc="70">
                <a:solidFill>
                  <a:srgbClr val="E4DFDE"/>
                </a:solidFill>
                <a:latin typeface="Tahoma"/>
                <a:cs typeface="Tahoma"/>
              </a:rPr>
              <a:t>asks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13" name="object 13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400" spc="-130"/>
              <a:t>Where</a:t>
            </a:r>
            <a:r>
              <a:rPr dirty="0" sz="3400" spc="-380"/>
              <a:t> </a:t>
            </a:r>
            <a:r>
              <a:rPr dirty="0" sz="3400" spc="-25"/>
              <a:t>is</a:t>
            </a:r>
            <a:r>
              <a:rPr dirty="0" sz="3400" spc="-375"/>
              <a:t> </a:t>
            </a:r>
            <a:r>
              <a:rPr dirty="0" sz="3400" spc="-285"/>
              <a:t>AI</a:t>
            </a:r>
            <a:r>
              <a:rPr dirty="0" sz="3400" spc="-375"/>
              <a:t> </a:t>
            </a:r>
            <a:r>
              <a:rPr dirty="0" sz="3400" spc="-60"/>
              <a:t>Already?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648840" y="1422812"/>
            <a:ext cx="3977640" cy="2349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65">
                <a:solidFill>
                  <a:srgbClr val="E4DFDE"/>
                </a:solidFill>
                <a:latin typeface="Tahoma"/>
                <a:cs typeface="Tahoma"/>
              </a:rPr>
              <a:t>Some</a:t>
            </a:r>
            <a:r>
              <a:rPr dirty="0" sz="1350" spc="-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DFDE"/>
                </a:solidFill>
                <a:latin typeface="Tahoma"/>
                <a:cs typeface="Tahoma"/>
              </a:rPr>
              <a:t>real-world examples </a:t>
            </a:r>
            <a:r>
              <a:rPr dirty="0" sz="1350" spc="65">
                <a:solidFill>
                  <a:srgbClr val="E4DFDE"/>
                </a:solidFill>
                <a:latin typeface="Tahoma"/>
                <a:cs typeface="Tahoma"/>
              </a:rPr>
              <a:t>of</a:t>
            </a:r>
            <a:r>
              <a:rPr dirty="0" sz="135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E4DFDE"/>
                </a:solidFill>
                <a:latin typeface="Tahoma"/>
                <a:cs typeface="Tahoma"/>
              </a:rPr>
              <a:t>AI</a:t>
            </a:r>
            <a:r>
              <a:rPr dirty="0" sz="1350">
                <a:solidFill>
                  <a:srgbClr val="E4DFDE"/>
                </a:solidFill>
                <a:latin typeface="Tahoma"/>
                <a:cs typeface="Tahoma"/>
              </a:rPr>
              <a:t> that </a:t>
            </a:r>
            <a:r>
              <a:rPr dirty="0" sz="1350" spc="75">
                <a:solidFill>
                  <a:srgbClr val="E4DFDE"/>
                </a:solidFill>
                <a:latin typeface="Tahoma"/>
                <a:cs typeface="Tahoma"/>
              </a:rPr>
              <a:t>we</a:t>
            </a:r>
            <a:r>
              <a:rPr dirty="0" sz="135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E4DFDE"/>
                </a:solidFill>
                <a:latin typeface="Tahoma"/>
                <a:cs typeface="Tahoma"/>
              </a:rPr>
              <a:t>use</a:t>
            </a:r>
            <a:r>
              <a:rPr dirty="0" sz="135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E4DFDE"/>
                </a:solidFill>
                <a:latin typeface="Tahoma"/>
                <a:cs typeface="Tahoma"/>
              </a:rPr>
              <a:t>daily: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8518" y="1929978"/>
            <a:ext cx="413384" cy="290830"/>
          </a:xfrm>
          <a:custGeom>
            <a:avLst/>
            <a:gdLst/>
            <a:ahLst/>
            <a:cxnLst/>
            <a:rect l="l" t="t" r="r" b="b"/>
            <a:pathLst>
              <a:path w="413384" h="290830">
                <a:moveTo>
                  <a:pt x="206516" y="290413"/>
                </a:moveTo>
                <a:lnTo>
                  <a:pt x="137910" y="289327"/>
                </a:lnTo>
                <a:lnTo>
                  <a:pt x="83950" y="286748"/>
                </a:lnTo>
                <a:lnTo>
                  <a:pt x="45147" y="281726"/>
                </a:lnTo>
                <a:lnTo>
                  <a:pt x="13841" y="258084"/>
                </a:lnTo>
                <a:lnTo>
                  <a:pt x="3641" y="216248"/>
                </a:lnTo>
                <a:lnTo>
                  <a:pt x="134" y="156575"/>
                </a:lnTo>
                <a:lnTo>
                  <a:pt x="0" y="145500"/>
                </a:lnTo>
                <a:lnTo>
                  <a:pt x="134" y="134424"/>
                </a:lnTo>
                <a:lnTo>
                  <a:pt x="3641" y="74751"/>
                </a:lnTo>
                <a:lnTo>
                  <a:pt x="13841" y="32823"/>
                </a:lnTo>
                <a:lnTo>
                  <a:pt x="45147" y="8686"/>
                </a:lnTo>
                <a:lnTo>
                  <a:pt x="83950" y="3664"/>
                </a:lnTo>
                <a:lnTo>
                  <a:pt x="137910" y="1085"/>
                </a:lnTo>
                <a:lnTo>
                  <a:pt x="185832" y="135"/>
                </a:lnTo>
                <a:lnTo>
                  <a:pt x="206516" y="0"/>
                </a:lnTo>
                <a:lnTo>
                  <a:pt x="227200" y="135"/>
                </a:lnTo>
                <a:lnTo>
                  <a:pt x="275122" y="1085"/>
                </a:lnTo>
                <a:lnTo>
                  <a:pt x="329082" y="3664"/>
                </a:lnTo>
                <a:lnTo>
                  <a:pt x="367885" y="8686"/>
                </a:lnTo>
                <a:lnTo>
                  <a:pt x="399191" y="32823"/>
                </a:lnTo>
                <a:lnTo>
                  <a:pt x="409391" y="74751"/>
                </a:lnTo>
                <a:lnTo>
                  <a:pt x="410119" y="84087"/>
                </a:lnTo>
                <a:lnTo>
                  <a:pt x="164274" y="84087"/>
                </a:lnTo>
                <a:lnTo>
                  <a:pt x="164274" y="206912"/>
                </a:lnTo>
                <a:lnTo>
                  <a:pt x="410119" y="206912"/>
                </a:lnTo>
                <a:lnTo>
                  <a:pt x="409391" y="216248"/>
                </a:lnTo>
                <a:lnTo>
                  <a:pt x="399191" y="258084"/>
                </a:lnTo>
                <a:lnTo>
                  <a:pt x="367885" y="281726"/>
                </a:lnTo>
                <a:lnTo>
                  <a:pt x="329082" y="286748"/>
                </a:lnTo>
                <a:lnTo>
                  <a:pt x="275121" y="289327"/>
                </a:lnTo>
                <a:lnTo>
                  <a:pt x="227200" y="290277"/>
                </a:lnTo>
                <a:lnTo>
                  <a:pt x="206516" y="290413"/>
                </a:lnTo>
                <a:close/>
              </a:path>
              <a:path w="413384" h="290830">
                <a:moveTo>
                  <a:pt x="410119" y="206912"/>
                </a:moveTo>
                <a:lnTo>
                  <a:pt x="164274" y="206912"/>
                </a:lnTo>
                <a:lnTo>
                  <a:pt x="272222" y="145500"/>
                </a:lnTo>
                <a:lnTo>
                  <a:pt x="164274" y="84087"/>
                </a:lnTo>
                <a:lnTo>
                  <a:pt x="410119" y="84087"/>
                </a:lnTo>
                <a:lnTo>
                  <a:pt x="411953" y="107627"/>
                </a:lnTo>
                <a:lnTo>
                  <a:pt x="412897" y="134424"/>
                </a:lnTo>
                <a:lnTo>
                  <a:pt x="413032" y="145500"/>
                </a:lnTo>
                <a:lnTo>
                  <a:pt x="412897" y="156575"/>
                </a:lnTo>
                <a:lnTo>
                  <a:pt x="411953" y="183372"/>
                </a:lnTo>
                <a:lnTo>
                  <a:pt x="410119" y="206912"/>
                </a:lnTo>
                <a:close/>
              </a:path>
            </a:pathLst>
          </a:custGeom>
          <a:solidFill>
            <a:srgbClr val="7B6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48840" y="2474658"/>
            <a:ext cx="1844675" cy="63055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700" spc="-10" b="1">
                <a:solidFill>
                  <a:srgbClr val="E4DFDE"/>
                </a:solidFill>
                <a:latin typeface="Tahoma"/>
                <a:cs typeface="Tahoma"/>
              </a:rPr>
              <a:t>YouTube</a:t>
            </a: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dirty="0" sz="1350" spc="-20">
                <a:solidFill>
                  <a:srgbClr val="E4DFDE"/>
                </a:solidFill>
                <a:latin typeface="Tahoma"/>
                <a:cs typeface="Tahoma"/>
              </a:rPr>
              <a:t>AI</a:t>
            </a:r>
            <a:r>
              <a:rPr dirty="0" sz="1350" spc="-9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E4DFDE"/>
                </a:solidFill>
                <a:latin typeface="Tahoma"/>
                <a:cs typeface="Tahoma"/>
              </a:rPr>
              <a:t>recommends</a:t>
            </a:r>
            <a:r>
              <a:rPr dirty="0" sz="1350" spc="-8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E4DFDE"/>
                </a:solidFill>
                <a:latin typeface="Tahoma"/>
                <a:cs typeface="Tahoma"/>
              </a:rPr>
              <a:t>videos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191122" y="1861930"/>
            <a:ext cx="455295" cy="426720"/>
            <a:chOff x="6191122" y="1861930"/>
            <a:chExt cx="455295" cy="42672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25810" y="1861930"/>
              <a:ext cx="320215" cy="23921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200774" y="1871583"/>
              <a:ext cx="436245" cy="407670"/>
            </a:xfrm>
            <a:custGeom>
              <a:avLst/>
              <a:gdLst/>
              <a:ahLst/>
              <a:cxnLst/>
              <a:rect l="l" t="t" r="r" b="b"/>
              <a:pathLst>
                <a:path w="436245" h="407669">
                  <a:moveTo>
                    <a:pt x="435619" y="341459"/>
                  </a:moveTo>
                  <a:lnTo>
                    <a:pt x="435598" y="821"/>
                  </a:lnTo>
                </a:path>
                <a:path w="436245" h="407669">
                  <a:moveTo>
                    <a:pt x="435619" y="341459"/>
                  </a:moveTo>
                  <a:lnTo>
                    <a:pt x="296269" y="406784"/>
                  </a:lnTo>
                </a:path>
                <a:path w="436245" h="407669">
                  <a:moveTo>
                    <a:pt x="295241" y="239951"/>
                  </a:moveTo>
                  <a:lnTo>
                    <a:pt x="296269" y="406784"/>
                  </a:lnTo>
                </a:path>
                <a:path w="436245" h="407669">
                  <a:moveTo>
                    <a:pt x="295193" y="407203"/>
                  </a:moveTo>
                  <a:lnTo>
                    <a:pt x="135518" y="341395"/>
                  </a:lnTo>
                </a:path>
                <a:path w="436245" h="407669">
                  <a:moveTo>
                    <a:pt x="135132" y="278703"/>
                  </a:moveTo>
                  <a:lnTo>
                    <a:pt x="135518" y="341395"/>
                  </a:lnTo>
                  <a:lnTo>
                    <a:pt x="339" y="404472"/>
                  </a:lnTo>
                  <a:lnTo>
                    <a:pt x="0" y="61044"/>
                  </a:lnTo>
                </a:path>
                <a:path w="436245" h="407669">
                  <a:moveTo>
                    <a:pt x="134688" y="0"/>
                  </a:moveTo>
                  <a:lnTo>
                    <a:pt x="0" y="61044"/>
                  </a:lnTo>
                </a:path>
              </a:pathLst>
            </a:custGeom>
            <a:ln w="19304">
              <a:solidFill>
                <a:srgbClr val="7B66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46958" y="2007837"/>
              <a:ext cx="135334" cy="17455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6183609" y="2474658"/>
            <a:ext cx="1377950" cy="63055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700" spc="-60" b="1">
                <a:solidFill>
                  <a:srgbClr val="E4DFDE"/>
                </a:solidFill>
                <a:latin typeface="Tahoma"/>
                <a:cs typeface="Tahoma"/>
              </a:rPr>
              <a:t>Google</a:t>
            </a:r>
            <a:r>
              <a:rPr dirty="0" sz="1700" spc="-150" b="1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700" spc="-20" b="1">
                <a:solidFill>
                  <a:srgbClr val="E4DFDE"/>
                </a:solidFill>
                <a:latin typeface="Tahoma"/>
                <a:cs typeface="Tahoma"/>
              </a:rPr>
              <a:t>Maps</a:t>
            </a: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dirty="0" sz="1350" spc="-20">
                <a:solidFill>
                  <a:srgbClr val="E4DFDE"/>
                </a:solidFill>
                <a:latin typeface="Tahoma"/>
                <a:cs typeface="Tahoma"/>
              </a:rPr>
              <a:t>AI</a:t>
            </a:r>
            <a:r>
              <a:rPr dirty="0" sz="1350" spc="6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DFDE"/>
                </a:solidFill>
                <a:latin typeface="Tahoma"/>
                <a:cs typeface="Tahoma"/>
              </a:rPr>
              <a:t>predicts</a:t>
            </a:r>
            <a:r>
              <a:rPr dirty="0" sz="1350" spc="6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E4DFDE"/>
                </a:solidFill>
                <a:latin typeface="Tahoma"/>
                <a:cs typeface="Tahoma"/>
              </a:rPr>
              <a:t>traffic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52790" y="3438402"/>
            <a:ext cx="444500" cy="455295"/>
            <a:chOff x="652790" y="3438402"/>
            <a:chExt cx="444500" cy="455295"/>
          </a:xfrm>
        </p:grpSpPr>
        <p:sp>
          <p:nvSpPr>
            <p:cNvPr id="12" name="object 12"/>
            <p:cNvSpPr/>
            <p:nvPr/>
          </p:nvSpPr>
          <p:spPr>
            <a:xfrm>
              <a:off x="822822" y="3653876"/>
              <a:ext cx="128270" cy="144780"/>
            </a:xfrm>
            <a:custGeom>
              <a:avLst/>
              <a:gdLst/>
              <a:ahLst/>
              <a:cxnLst/>
              <a:rect l="l" t="t" r="r" b="b"/>
              <a:pathLst>
                <a:path w="128269" h="144779">
                  <a:moveTo>
                    <a:pt x="127665" y="71858"/>
                  </a:moveTo>
                  <a:lnTo>
                    <a:pt x="121111" y="66703"/>
                  </a:lnTo>
                  <a:lnTo>
                    <a:pt x="112834" y="60870"/>
                  </a:lnTo>
                  <a:lnTo>
                    <a:pt x="102833" y="54357"/>
                  </a:lnTo>
                  <a:lnTo>
                    <a:pt x="91110" y="47165"/>
                  </a:lnTo>
                </a:path>
                <a:path w="128269" h="144779">
                  <a:moveTo>
                    <a:pt x="16811" y="2833"/>
                  </a:moveTo>
                  <a:lnTo>
                    <a:pt x="14079" y="1609"/>
                  </a:lnTo>
                  <a:lnTo>
                    <a:pt x="11214" y="664"/>
                  </a:lnTo>
                  <a:lnTo>
                    <a:pt x="8216" y="0"/>
                  </a:lnTo>
                </a:path>
                <a:path w="128269" h="144779">
                  <a:moveTo>
                    <a:pt x="127665" y="71858"/>
                  </a:moveTo>
                  <a:lnTo>
                    <a:pt x="121082" y="77198"/>
                  </a:lnTo>
                  <a:lnTo>
                    <a:pt x="112703" y="83252"/>
                  </a:lnTo>
                  <a:lnTo>
                    <a:pt x="102527" y="90020"/>
                  </a:lnTo>
                  <a:lnTo>
                    <a:pt x="90554" y="97501"/>
                  </a:lnTo>
                </a:path>
                <a:path w="128269" h="144779">
                  <a:moveTo>
                    <a:pt x="23467" y="138073"/>
                  </a:moveTo>
                  <a:lnTo>
                    <a:pt x="17896" y="141292"/>
                  </a:lnTo>
                  <a:lnTo>
                    <a:pt x="14872" y="142651"/>
                  </a:lnTo>
                  <a:lnTo>
                    <a:pt x="10490" y="143751"/>
                  </a:lnTo>
                  <a:lnTo>
                    <a:pt x="5472" y="144263"/>
                  </a:lnTo>
                  <a:lnTo>
                    <a:pt x="3096" y="139890"/>
                  </a:lnTo>
                  <a:lnTo>
                    <a:pt x="1441" y="134088"/>
                  </a:lnTo>
                  <a:lnTo>
                    <a:pt x="433" y="125108"/>
                  </a:lnTo>
                  <a:lnTo>
                    <a:pt x="0" y="111204"/>
                  </a:lnTo>
                </a:path>
                <a:path w="128269" h="144779">
                  <a:moveTo>
                    <a:pt x="66" y="9536"/>
                  </a:moveTo>
                  <a:lnTo>
                    <a:pt x="487" y="3597"/>
                  </a:lnTo>
                </a:path>
              </a:pathLst>
            </a:custGeom>
            <a:ln w="19294">
              <a:solidFill>
                <a:srgbClr val="7B66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3098" y="3800667"/>
              <a:ext cx="116328" cy="9264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5434" y="3775376"/>
              <a:ext cx="91843" cy="11734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67501" y="3438407"/>
              <a:ext cx="129778" cy="10124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2870" y="3438421"/>
              <a:ext cx="99665" cy="9362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62434" y="3448050"/>
              <a:ext cx="425450" cy="436245"/>
            </a:xfrm>
            <a:custGeom>
              <a:avLst/>
              <a:gdLst/>
              <a:ahLst/>
              <a:cxnLst/>
              <a:rect l="l" t="t" r="r" b="b"/>
              <a:pathLst>
                <a:path w="425450" h="436245">
                  <a:moveTo>
                    <a:pt x="425201" y="132750"/>
                  </a:moveTo>
                  <a:lnTo>
                    <a:pt x="0" y="132753"/>
                  </a:lnTo>
                </a:path>
                <a:path w="425450" h="436245">
                  <a:moveTo>
                    <a:pt x="3" y="136984"/>
                  </a:moveTo>
                  <a:lnTo>
                    <a:pt x="311" y="362265"/>
                  </a:lnTo>
                </a:path>
                <a:path w="425450" h="436245">
                  <a:moveTo>
                    <a:pt x="326062" y="132744"/>
                  </a:moveTo>
                  <a:lnTo>
                    <a:pt x="235998" y="0"/>
                  </a:lnTo>
                </a:path>
                <a:path w="425450" h="436245">
                  <a:moveTo>
                    <a:pt x="170627" y="132734"/>
                  </a:moveTo>
                  <a:lnTo>
                    <a:pt x="81068" y="18"/>
                  </a:lnTo>
                </a:path>
                <a:path w="425450" h="436245">
                  <a:moveTo>
                    <a:pt x="160876" y="209423"/>
                  </a:moveTo>
                  <a:lnTo>
                    <a:pt x="168605" y="205826"/>
                  </a:lnTo>
                </a:path>
                <a:path w="425450" h="436245">
                  <a:moveTo>
                    <a:pt x="251498" y="252991"/>
                  </a:moveTo>
                  <a:lnTo>
                    <a:pt x="177199" y="208659"/>
                  </a:lnTo>
                </a:path>
                <a:path w="425450" h="436245">
                  <a:moveTo>
                    <a:pt x="250943" y="303328"/>
                  </a:moveTo>
                  <a:lnTo>
                    <a:pt x="183856" y="343899"/>
                  </a:lnTo>
                </a:path>
                <a:path w="425450" h="436245">
                  <a:moveTo>
                    <a:pt x="97344" y="435619"/>
                  </a:moveTo>
                  <a:lnTo>
                    <a:pt x="352647" y="435020"/>
                  </a:lnTo>
                </a:path>
                <a:path w="425450" h="436245">
                  <a:moveTo>
                    <a:pt x="425195" y="336973"/>
                  </a:moveTo>
                  <a:lnTo>
                    <a:pt x="425198" y="81955"/>
                  </a:lnTo>
                </a:path>
                <a:path w="425450" h="436245">
                  <a:moveTo>
                    <a:pt x="160388" y="317030"/>
                  </a:moveTo>
                  <a:lnTo>
                    <a:pt x="160455" y="215363"/>
                  </a:lnTo>
                </a:path>
                <a:path w="425450" h="436245">
                  <a:moveTo>
                    <a:pt x="314714" y="4"/>
                  </a:moveTo>
                  <a:lnTo>
                    <a:pt x="80454" y="18"/>
                  </a:lnTo>
                </a:path>
                <a:path w="425450" h="436245">
                  <a:moveTo>
                    <a:pt x="83" y="74349"/>
                  </a:moveTo>
                  <a:lnTo>
                    <a:pt x="3" y="136984"/>
                  </a:lnTo>
                </a:path>
              </a:pathLst>
            </a:custGeom>
            <a:ln w="19294">
              <a:solidFill>
                <a:srgbClr val="7B66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648840" y="4065333"/>
            <a:ext cx="1703705" cy="6400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700" spc="-10" b="1">
                <a:solidFill>
                  <a:srgbClr val="E4DFDE"/>
                </a:solidFill>
                <a:latin typeface="Tahoma"/>
                <a:cs typeface="Tahoma"/>
              </a:rPr>
              <a:t>Instagram</a:t>
            </a: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dirty="0" sz="1350" spc="-20">
                <a:solidFill>
                  <a:srgbClr val="E4DFDE"/>
                </a:solidFill>
                <a:latin typeface="Tahoma"/>
                <a:cs typeface="Tahoma"/>
              </a:rPr>
              <a:t>AI</a:t>
            </a:r>
            <a:r>
              <a:rPr dirty="0" sz="1350" spc="-9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E4DFDE"/>
                </a:solidFill>
                <a:latin typeface="Tahoma"/>
                <a:cs typeface="Tahoma"/>
              </a:rPr>
              <a:t>recommends</a:t>
            </a:r>
            <a:r>
              <a:rPr dirty="0" sz="1350" spc="-8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E4DFDE"/>
                </a:solidFill>
                <a:latin typeface="Tahoma"/>
                <a:cs typeface="Tahoma"/>
              </a:rPr>
              <a:t>reels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191205" y="3438478"/>
            <a:ext cx="454758" cy="454762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6183609" y="4065333"/>
            <a:ext cx="2023110" cy="6400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700" spc="-10" b="1">
                <a:solidFill>
                  <a:srgbClr val="E4DFDE"/>
                </a:solidFill>
                <a:latin typeface="Tahoma"/>
                <a:cs typeface="Tahoma"/>
              </a:rPr>
              <a:t>Amazon</a:t>
            </a: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dirty="0" sz="1350" spc="-20">
                <a:solidFill>
                  <a:srgbClr val="E4DFDE"/>
                </a:solidFill>
                <a:latin typeface="Tahoma"/>
                <a:cs typeface="Tahoma"/>
              </a:rPr>
              <a:t>AI</a:t>
            </a:r>
            <a:r>
              <a:rPr dirty="0" sz="1350" spc="-9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E4DFDE"/>
                </a:solidFill>
                <a:latin typeface="Tahoma"/>
                <a:cs typeface="Tahoma"/>
              </a:rPr>
              <a:t>recommends</a:t>
            </a:r>
            <a:r>
              <a:rPr dirty="0" sz="1350" spc="-8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E4DFDE"/>
                </a:solidFill>
                <a:latin typeface="Tahoma"/>
                <a:cs typeface="Tahoma"/>
              </a:rPr>
              <a:t>products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57224" y="5120852"/>
            <a:ext cx="436245" cy="290830"/>
          </a:xfrm>
          <a:custGeom>
            <a:avLst/>
            <a:gdLst/>
            <a:ahLst/>
            <a:cxnLst/>
            <a:rect l="l" t="t" r="r" b="b"/>
            <a:pathLst>
              <a:path w="436244" h="290829">
                <a:moveTo>
                  <a:pt x="387217" y="290413"/>
                </a:moveTo>
                <a:lnTo>
                  <a:pt x="48402" y="290413"/>
                </a:lnTo>
                <a:lnTo>
                  <a:pt x="29576" y="286604"/>
                </a:lnTo>
                <a:lnTo>
                  <a:pt x="14189" y="276223"/>
                </a:lnTo>
                <a:lnTo>
                  <a:pt x="3808" y="260836"/>
                </a:lnTo>
                <a:lnTo>
                  <a:pt x="0" y="242011"/>
                </a:lnTo>
                <a:lnTo>
                  <a:pt x="0" y="108904"/>
                </a:lnTo>
                <a:lnTo>
                  <a:pt x="8561" y="66523"/>
                </a:lnTo>
                <a:lnTo>
                  <a:pt x="31905" y="31905"/>
                </a:lnTo>
                <a:lnTo>
                  <a:pt x="66523" y="8561"/>
                </a:lnTo>
                <a:lnTo>
                  <a:pt x="108904" y="0"/>
                </a:lnTo>
                <a:lnTo>
                  <a:pt x="326714" y="0"/>
                </a:lnTo>
                <a:lnTo>
                  <a:pt x="369096" y="8561"/>
                </a:lnTo>
                <a:lnTo>
                  <a:pt x="392288" y="24201"/>
                </a:lnTo>
                <a:lnTo>
                  <a:pt x="108904" y="24201"/>
                </a:lnTo>
                <a:lnTo>
                  <a:pt x="75920" y="30852"/>
                </a:lnTo>
                <a:lnTo>
                  <a:pt x="48997" y="48997"/>
                </a:lnTo>
                <a:lnTo>
                  <a:pt x="30852" y="75920"/>
                </a:lnTo>
                <a:lnTo>
                  <a:pt x="24201" y="108904"/>
                </a:lnTo>
                <a:lnTo>
                  <a:pt x="24201" y="242011"/>
                </a:lnTo>
                <a:lnTo>
                  <a:pt x="25983" y="250859"/>
                </a:lnTo>
                <a:lnTo>
                  <a:pt x="26100" y="251439"/>
                </a:lnTo>
                <a:lnTo>
                  <a:pt x="31262" y="259103"/>
                </a:lnTo>
                <a:lnTo>
                  <a:pt x="38973" y="264313"/>
                </a:lnTo>
                <a:lnTo>
                  <a:pt x="48402" y="266212"/>
                </a:lnTo>
                <a:lnTo>
                  <a:pt x="428184" y="266212"/>
                </a:lnTo>
                <a:lnTo>
                  <a:pt x="421430" y="276223"/>
                </a:lnTo>
                <a:lnTo>
                  <a:pt x="406043" y="286604"/>
                </a:lnTo>
                <a:lnTo>
                  <a:pt x="387217" y="290413"/>
                </a:lnTo>
                <a:close/>
              </a:path>
              <a:path w="436244" h="290829">
                <a:moveTo>
                  <a:pt x="211305" y="266212"/>
                </a:moveTo>
                <a:lnTo>
                  <a:pt x="169407" y="266212"/>
                </a:lnTo>
                <a:lnTo>
                  <a:pt x="178836" y="264313"/>
                </a:lnTo>
                <a:lnTo>
                  <a:pt x="186547" y="259103"/>
                </a:lnTo>
                <a:lnTo>
                  <a:pt x="191709" y="251439"/>
                </a:lnTo>
                <a:lnTo>
                  <a:pt x="193608" y="242011"/>
                </a:lnTo>
                <a:lnTo>
                  <a:pt x="193608" y="108904"/>
                </a:lnTo>
                <a:lnTo>
                  <a:pt x="186957" y="75920"/>
                </a:lnTo>
                <a:lnTo>
                  <a:pt x="168812" y="48997"/>
                </a:lnTo>
                <a:lnTo>
                  <a:pt x="141889" y="30852"/>
                </a:lnTo>
                <a:lnTo>
                  <a:pt x="108904" y="24201"/>
                </a:lnTo>
                <a:lnTo>
                  <a:pt x="177348" y="24201"/>
                </a:lnTo>
                <a:lnTo>
                  <a:pt x="206824" y="61221"/>
                </a:lnTo>
                <a:lnTo>
                  <a:pt x="217691" y="107875"/>
                </a:lnTo>
                <a:lnTo>
                  <a:pt x="217809" y="250859"/>
                </a:lnTo>
                <a:lnTo>
                  <a:pt x="215465" y="259103"/>
                </a:lnTo>
                <a:lnTo>
                  <a:pt x="211305" y="266212"/>
                </a:lnTo>
                <a:close/>
              </a:path>
              <a:path w="436244" h="290829">
                <a:moveTo>
                  <a:pt x="428184" y="266212"/>
                </a:moveTo>
                <a:lnTo>
                  <a:pt x="387217" y="266212"/>
                </a:lnTo>
                <a:lnTo>
                  <a:pt x="396646" y="264313"/>
                </a:lnTo>
                <a:lnTo>
                  <a:pt x="404357" y="259103"/>
                </a:lnTo>
                <a:lnTo>
                  <a:pt x="409519" y="251439"/>
                </a:lnTo>
                <a:lnTo>
                  <a:pt x="411418" y="242011"/>
                </a:lnTo>
                <a:lnTo>
                  <a:pt x="411418" y="108904"/>
                </a:lnTo>
                <a:lnTo>
                  <a:pt x="404767" y="75920"/>
                </a:lnTo>
                <a:lnTo>
                  <a:pt x="386622" y="48997"/>
                </a:lnTo>
                <a:lnTo>
                  <a:pt x="359699" y="30852"/>
                </a:lnTo>
                <a:lnTo>
                  <a:pt x="326714" y="24201"/>
                </a:lnTo>
                <a:lnTo>
                  <a:pt x="392288" y="24201"/>
                </a:lnTo>
                <a:lnTo>
                  <a:pt x="403714" y="31905"/>
                </a:lnTo>
                <a:lnTo>
                  <a:pt x="427058" y="66523"/>
                </a:lnTo>
                <a:lnTo>
                  <a:pt x="435619" y="108904"/>
                </a:lnTo>
                <a:lnTo>
                  <a:pt x="435619" y="242011"/>
                </a:lnTo>
                <a:lnTo>
                  <a:pt x="431811" y="260836"/>
                </a:lnTo>
                <a:lnTo>
                  <a:pt x="428184" y="266212"/>
                </a:lnTo>
                <a:close/>
              </a:path>
              <a:path w="436244" h="290829">
                <a:moveTo>
                  <a:pt x="139761" y="121005"/>
                </a:moveTo>
                <a:lnTo>
                  <a:pt x="78048" y="121005"/>
                </a:lnTo>
                <a:lnTo>
                  <a:pt x="72603" y="115560"/>
                </a:lnTo>
                <a:lnTo>
                  <a:pt x="72603" y="102249"/>
                </a:lnTo>
                <a:lnTo>
                  <a:pt x="78048" y="96804"/>
                </a:lnTo>
                <a:lnTo>
                  <a:pt x="139761" y="96804"/>
                </a:lnTo>
                <a:lnTo>
                  <a:pt x="145206" y="102249"/>
                </a:lnTo>
                <a:lnTo>
                  <a:pt x="145206" y="115560"/>
                </a:lnTo>
                <a:lnTo>
                  <a:pt x="139761" y="121005"/>
                </a:lnTo>
                <a:close/>
              </a:path>
              <a:path w="436244" h="290829">
                <a:moveTo>
                  <a:pt x="387217" y="169407"/>
                </a:moveTo>
                <a:lnTo>
                  <a:pt x="363016" y="169407"/>
                </a:lnTo>
                <a:lnTo>
                  <a:pt x="363016" y="121005"/>
                </a:lnTo>
                <a:lnTo>
                  <a:pt x="247456" y="121005"/>
                </a:lnTo>
                <a:lnTo>
                  <a:pt x="242011" y="115560"/>
                </a:lnTo>
                <a:lnTo>
                  <a:pt x="242011" y="102249"/>
                </a:lnTo>
                <a:lnTo>
                  <a:pt x="247456" y="96804"/>
                </a:lnTo>
                <a:lnTo>
                  <a:pt x="369066" y="96804"/>
                </a:lnTo>
                <a:lnTo>
                  <a:pt x="376146" y="98226"/>
                </a:lnTo>
                <a:lnTo>
                  <a:pt x="381914" y="102107"/>
                </a:lnTo>
                <a:lnTo>
                  <a:pt x="385796" y="107875"/>
                </a:lnTo>
                <a:lnTo>
                  <a:pt x="387217" y="114955"/>
                </a:lnTo>
                <a:lnTo>
                  <a:pt x="387217" y="169407"/>
                </a:lnTo>
                <a:close/>
              </a:path>
              <a:path w="436244" h="290829">
                <a:moveTo>
                  <a:pt x="369066" y="193608"/>
                </a:moveTo>
                <a:lnTo>
                  <a:pt x="332765" y="193608"/>
                </a:lnTo>
                <a:lnTo>
                  <a:pt x="325685" y="192187"/>
                </a:lnTo>
                <a:lnTo>
                  <a:pt x="319917" y="188305"/>
                </a:lnTo>
                <a:lnTo>
                  <a:pt x="316035" y="182537"/>
                </a:lnTo>
                <a:lnTo>
                  <a:pt x="314614" y="175458"/>
                </a:lnTo>
                <a:lnTo>
                  <a:pt x="314614" y="121005"/>
                </a:lnTo>
                <a:lnTo>
                  <a:pt x="338815" y="121005"/>
                </a:lnTo>
                <a:lnTo>
                  <a:pt x="338815" y="169407"/>
                </a:lnTo>
                <a:lnTo>
                  <a:pt x="387217" y="169407"/>
                </a:lnTo>
                <a:lnTo>
                  <a:pt x="387217" y="175458"/>
                </a:lnTo>
                <a:lnTo>
                  <a:pt x="385796" y="182537"/>
                </a:lnTo>
                <a:lnTo>
                  <a:pt x="381914" y="188305"/>
                </a:lnTo>
                <a:lnTo>
                  <a:pt x="376146" y="192187"/>
                </a:lnTo>
                <a:lnTo>
                  <a:pt x="369066" y="193608"/>
                </a:lnTo>
                <a:close/>
              </a:path>
            </a:pathLst>
          </a:custGeom>
          <a:solidFill>
            <a:srgbClr val="7B6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648840" y="5656008"/>
            <a:ext cx="1158240" cy="6400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700" spc="-10" b="1">
                <a:solidFill>
                  <a:srgbClr val="E4DFDE"/>
                </a:solidFill>
                <a:latin typeface="Tahoma"/>
                <a:cs typeface="Tahoma"/>
              </a:rPr>
              <a:t>Gmail</a:t>
            </a: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dirty="0" sz="1350" spc="-20">
                <a:solidFill>
                  <a:srgbClr val="E4DFDE"/>
                </a:solidFill>
                <a:latin typeface="Tahoma"/>
                <a:cs typeface="Tahoma"/>
              </a:rPr>
              <a:t>AI</a:t>
            </a:r>
            <a:r>
              <a:rPr dirty="0" sz="1350" spc="-1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E4DFDE"/>
                </a:solidFill>
                <a:latin typeface="Tahoma"/>
                <a:cs typeface="Tahoma"/>
              </a:rPr>
              <a:t>filters</a:t>
            </a:r>
            <a:r>
              <a:rPr dirty="0" sz="1350" spc="-1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350" spc="40">
                <a:solidFill>
                  <a:srgbClr val="E4DFDE"/>
                </a:solidFill>
                <a:latin typeface="Tahoma"/>
                <a:cs typeface="Tahoma"/>
              </a:rPr>
              <a:t>spam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23" name="object 23">
            <a:hlinkClick r:id="rId9"/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8840" y="527272"/>
            <a:ext cx="3350895" cy="486409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000" spc="-35"/>
              <a:t>The</a:t>
            </a:r>
            <a:r>
              <a:rPr dirty="0" sz="3000" spc="-320"/>
              <a:t> </a:t>
            </a:r>
            <a:r>
              <a:rPr dirty="0" sz="3000" spc="-140"/>
              <a:t>Evolution</a:t>
            </a:r>
            <a:r>
              <a:rPr dirty="0" sz="3000" spc="-315"/>
              <a:t> </a:t>
            </a:r>
            <a:r>
              <a:rPr dirty="0" sz="3000" spc="-30"/>
              <a:t>of</a:t>
            </a:r>
            <a:r>
              <a:rPr dirty="0" sz="3000" spc="-310"/>
              <a:t> </a:t>
            </a:r>
            <a:r>
              <a:rPr dirty="0" sz="3000" spc="-135"/>
              <a:t>AI</a:t>
            </a:r>
            <a:endParaRPr sz="3000"/>
          </a:p>
        </p:txBody>
      </p:sp>
      <p:grpSp>
        <p:nvGrpSpPr>
          <p:cNvPr id="3" name="object 3"/>
          <p:cNvGrpSpPr/>
          <p:nvPr/>
        </p:nvGrpSpPr>
        <p:grpSpPr>
          <a:xfrm>
            <a:off x="5478139" y="1276349"/>
            <a:ext cx="790575" cy="4448175"/>
            <a:chOff x="5478139" y="1276349"/>
            <a:chExt cx="790575" cy="4448175"/>
          </a:xfrm>
        </p:grpSpPr>
        <p:sp>
          <p:nvSpPr>
            <p:cNvPr id="4" name="object 4"/>
            <p:cNvSpPr/>
            <p:nvPr/>
          </p:nvSpPr>
          <p:spPr>
            <a:xfrm>
              <a:off x="5478132" y="1276349"/>
              <a:ext cx="627380" cy="4448175"/>
            </a:xfrm>
            <a:custGeom>
              <a:avLst/>
              <a:gdLst/>
              <a:ahLst/>
              <a:cxnLst/>
              <a:rect l="l" t="t" r="r" b="b"/>
              <a:pathLst>
                <a:path w="627379" h="4448175">
                  <a:moveTo>
                    <a:pt x="466725" y="178346"/>
                  </a:moveTo>
                  <a:lnTo>
                    <a:pt x="465797" y="176110"/>
                  </a:lnTo>
                  <a:lnTo>
                    <a:pt x="462076" y="172389"/>
                  </a:lnTo>
                  <a:lnTo>
                    <a:pt x="459828" y="171450"/>
                  </a:lnTo>
                  <a:lnTo>
                    <a:pt x="6896" y="171450"/>
                  </a:lnTo>
                  <a:lnTo>
                    <a:pt x="4648" y="172389"/>
                  </a:lnTo>
                  <a:lnTo>
                    <a:pt x="927" y="176110"/>
                  </a:lnTo>
                  <a:lnTo>
                    <a:pt x="0" y="178346"/>
                  </a:lnTo>
                  <a:lnTo>
                    <a:pt x="0" y="180975"/>
                  </a:lnTo>
                  <a:lnTo>
                    <a:pt x="0" y="183616"/>
                  </a:lnTo>
                  <a:lnTo>
                    <a:pt x="927" y="185851"/>
                  </a:lnTo>
                  <a:lnTo>
                    <a:pt x="4648" y="189572"/>
                  </a:lnTo>
                  <a:lnTo>
                    <a:pt x="6896" y="190500"/>
                  </a:lnTo>
                  <a:lnTo>
                    <a:pt x="459828" y="190500"/>
                  </a:lnTo>
                  <a:lnTo>
                    <a:pt x="462076" y="189572"/>
                  </a:lnTo>
                  <a:lnTo>
                    <a:pt x="465797" y="185851"/>
                  </a:lnTo>
                  <a:lnTo>
                    <a:pt x="466725" y="183616"/>
                  </a:lnTo>
                  <a:lnTo>
                    <a:pt x="466725" y="178346"/>
                  </a:lnTo>
                  <a:close/>
                </a:path>
                <a:path w="627379" h="4448175">
                  <a:moveTo>
                    <a:pt x="627380" y="6896"/>
                  </a:moveTo>
                  <a:lnTo>
                    <a:pt x="626452" y="4660"/>
                  </a:lnTo>
                  <a:lnTo>
                    <a:pt x="622731" y="939"/>
                  </a:lnTo>
                  <a:lnTo>
                    <a:pt x="620496" y="0"/>
                  </a:lnTo>
                  <a:lnTo>
                    <a:pt x="615226" y="0"/>
                  </a:lnTo>
                  <a:lnTo>
                    <a:pt x="612990" y="939"/>
                  </a:lnTo>
                  <a:lnTo>
                    <a:pt x="609269" y="4660"/>
                  </a:lnTo>
                  <a:lnTo>
                    <a:pt x="608330" y="6896"/>
                  </a:lnTo>
                  <a:lnTo>
                    <a:pt x="608330" y="4438650"/>
                  </a:lnTo>
                  <a:lnTo>
                    <a:pt x="608330" y="4441291"/>
                  </a:lnTo>
                  <a:lnTo>
                    <a:pt x="609269" y="4443527"/>
                  </a:lnTo>
                  <a:lnTo>
                    <a:pt x="612990" y="4447248"/>
                  </a:lnTo>
                  <a:lnTo>
                    <a:pt x="615226" y="4448175"/>
                  </a:lnTo>
                  <a:lnTo>
                    <a:pt x="620496" y="4448175"/>
                  </a:lnTo>
                  <a:lnTo>
                    <a:pt x="622731" y="4447248"/>
                  </a:lnTo>
                  <a:lnTo>
                    <a:pt x="626452" y="4443527"/>
                  </a:lnTo>
                  <a:lnTo>
                    <a:pt x="627380" y="4441291"/>
                  </a:lnTo>
                  <a:lnTo>
                    <a:pt x="627380" y="6896"/>
                  </a:lnTo>
                  <a:close/>
                </a:path>
              </a:pathLst>
            </a:custGeom>
            <a:solidFill>
              <a:srgbClr val="2918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930577" y="1281112"/>
              <a:ext cx="333375" cy="342900"/>
            </a:xfrm>
            <a:custGeom>
              <a:avLst/>
              <a:gdLst/>
              <a:ahLst/>
              <a:cxnLst/>
              <a:rect l="l" t="t" r="r" b="b"/>
              <a:pathLst>
                <a:path w="333375" h="342900">
                  <a:moveTo>
                    <a:pt x="290880" y="342899"/>
                  </a:moveTo>
                  <a:lnTo>
                    <a:pt x="42494" y="342899"/>
                  </a:lnTo>
                  <a:lnTo>
                    <a:pt x="36245" y="341656"/>
                  </a:lnTo>
                  <a:lnTo>
                    <a:pt x="1243" y="306654"/>
                  </a:lnTo>
                  <a:lnTo>
                    <a:pt x="0" y="300405"/>
                  </a:lnTo>
                  <a:lnTo>
                    <a:pt x="0" y="293908"/>
                  </a:lnTo>
                  <a:lnTo>
                    <a:pt x="0" y="42494"/>
                  </a:lnTo>
                  <a:lnTo>
                    <a:pt x="24240" y="6215"/>
                  </a:lnTo>
                  <a:lnTo>
                    <a:pt x="42494" y="0"/>
                  </a:lnTo>
                  <a:lnTo>
                    <a:pt x="290880" y="0"/>
                  </a:lnTo>
                  <a:lnTo>
                    <a:pt x="327159" y="24240"/>
                  </a:lnTo>
                  <a:lnTo>
                    <a:pt x="333374" y="42494"/>
                  </a:lnTo>
                  <a:lnTo>
                    <a:pt x="333374" y="300405"/>
                  </a:lnTo>
                  <a:lnTo>
                    <a:pt x="309134" y="336684"/>
                  </a:lnTo>
                  <a:lnTo>
                    <a:pt x="297129" y="341656"/>
                  </a:lnTo>
                  <a:lnTo>
                    <a:pt x="290880" y="342899"/>
                  </a:lnTo>
                  <a:close/>
                </a:path>
              </a:pathLst>
            </a:custGeom>
            <a:solidFill>
              <a:srgbClr val="11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930577" y="1281112"/>
              <a:ext cx="333375" cy="342900"/>
            </a:xfrm>
            <a:custGeom>
              <a:avLst/>
              <a:gdLst/>
              <a:ahLst/>
              <a:cxnLst/>
              <a:rect l="l" t="t" r="r" b="b"/>
              <a:pathLst>
                <a:path w="333375" h="342900">
                  <a:moveTo>
                    <a:pt x="0" y="293908"/>
                  </a:moveTo>
                  <a:lnTo>
                    <a:pt x="0" y="48990"/>
                  </a:lnTo>
                  <a:lnTo>
                    <a:pt x="0" y="42494"/>
                  </a:lnTo>
                  <a:lnTo>
                    <a:pt x="1243" y="36245"/>
                  </a:lnTo>
                  <a:lnTo>
                    <a:pt x="3729" y="30242"/>
                  </a:lnTo>
                  <a:lnTo>
                    <a:pt x="6215" y="24240"/>
                  </a:lnTo>
                  <a:lnTo>
                    <a:pt x="9755" y="18942"/>
                  </a:lnTo>
                  <a:lnTo>
                    <a:pt x="14349" y="14349"/>
                  </a:lnTo>
                  <a:lnTo>
                    <a:pt x="18942" y="9755"/>
                  </a:lnTo>
                  <a:lnTo>
                    <a:pt x="24240" y="6215"/>
                  </a:lnTo>
                  <a:lnTo>
                    <a:pt x="30242" y="3729"/>
                  </a:lnTo>
                  <a:lnTo>
                    <a:pt x="36245" y="1243"/>
                  </a:lnTo>
                  <a:lnTo>
                    <a:pt x="42494" y="0"/>
                  </a:lnTo>
                  <a:lnTo>
                    <a:pt x="48990" y="0"/>
                  </a:lnTo>
                  <a:lnTo>
                    <a:pt x="284383" y="0"/>
                  </a:lnTo>
                  <a:lnTo>
                    <a:pt x="290880" y="0"/>
                  </a:lnTo>
                  <a:lnTo>
                    <a:pt x="297129" y="1243"/>
                  </a:lnTo>
                  <a:lnTo>
                    <a:pt x="329645" y="30242"/>
                  </a:lnTo>
                  <a:lnTo>
                    <a:pt x="333374" y="48990"/>
                  </a:lnTo>
                  <a:lnTo>
                    <a:pt x="333374" y="293908"/>
                  </a:lnTo>
                  <a:lnTo>
                    <a:pt x="314432" y="333144"/>
                  </a:lnTo>
                  <a:lnTo>
                    <a:pt x="284383" y="342899"/>
                  </a:lnTo>
                  <a:lnTo>
                    <a:pt x="48990" y="342899"/>
                  </a:lnTo>
                  <a:lnTo>
                    <a:pt x="14349" y="328550"/>
                  </a:lnTo>
                  <a:lnTo>
                    <a:pt x="9755" y="323957"/>
                  </a:lnTo>
                  <a:lnTo>
                    <a:pt x="6215" y="318659"/>
                  </a:lnTo>
                  <a:lnTo>
                    <a:pt x="3729" y="312656"/>
                  </a:lnTo>
                  <a:lnTo>
                    <a:pt x="1243" y="306654"/>
                  </a:lnTo>
                  <a:lnTo>
                    <a:pt x="0" y="300405"/>
                  </a:lnTo>
                  <a:lnTo>
                    <a:pt x="0" y="293908"/>
                  </a:lnTo>
                  <a:close/>
                </a:path>
              </a:pathLst>
            </a:custGeom>
            <a:ln w="9524">
              <a:solidFill>
                <a:srgbClr val="2918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6037014" y="1289468"/>
            <a:ext cx="125095" cy="3022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00" spc="-430" b="1">
                <a:solidFill>
                  <a:srgbClr val="E4DFDE"/>
                </a:solidFill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37743" y="1319371"/>
            <a:ext cx="1809114" cy="2559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0" spc="-85" b="1">
                <a:solidFill>
                  <a:srgbClr val="E4DFDE"/>
                </a:solidFill>
                <a:latin typeface="Tahoma"/>
                <a:cs typeface="Tahoma"/>
              </a:rPr>
              <a:t>Traditional</a:t>
            </a:r>
            <a:r>
              <a:rPr dirty="0" sz="1500" spc="-75" b="1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500" spc="-55" b="1">
                <a:solidFill>
                  <a:srgbClr val="E4DFDE"/>
                </a:solidFill>
                <a:latin typeface="Tahoma"/>
                <a:cs typeface="Tahoma"/>
              </a:rPr>
              <a:t>Software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923284" y="2143125"/>
            <a:ext cx="790575" cy="342900"/>
            <a:chOff x="5923284" y="2143125"/>
            <a:chExt cx="790575" cy="342900"/>
          </a:xfrm>
        </p:grpSpPr>
        <p:sp>
          <p:nvSpPr>
            <p:cNvPr id="10" name="object 10"/>
            <p:cNvSpPr/>
            <p:nvPr/>
          </p:nvSpPr>
          <p:spPr>
            <a:xfrm>
              <a:off x="6247134" y="2305049"/>
              <a:ext cx="466725" cy="19050"/>
            </a:xfrm>
            <a:custGeom>
              <a:avLst/>
              <a:gdLst/>
              <a:ahLst/>
              <a:cxnLst/>
              <a:rect l="l" t="t" r="r" b="b"/>
              <a:pathLst>
                <a:path w="466725" h="19050">
                  <a:moveTo>
                    <a:pt x="459830" y="19049"/>
                  </a:moveTo>
                  <a:lnTo>
                    <a:pt x="6894" y="19049"/>
                  </a:lnTo>
                  <a:lnTo>
                    <a:pt x="4649" y="18120"/>
                  </a:lnTo>
                  <a:lnTo>
                    <a:pt x="929" y="14400"/>
                  </a:lnTo>
                  <a:lnTo>
                    <a:pt x="0" y="12155"/>
                  </a:lnTo>
                  <a:lnTo>
                    <a:pt x="0" y="9524"/>
                  </a:lnTo>
                  <a:lnTo>
                    <a:pt x="0" y="6894"/>
                  </a:lnTo>
                  <a:lnTo>
                    <a:pt x="929" y="4649"/>
                  </a:lnTo>
                  <a:lnTo>
                    <a:pt x="4649" y="929"/>
                  </a:lnTo>
                  <a:lnTo>
                    <a:pt x="6894" y="0"/>
                  </a:lnTo>
                  <a:lnTo>
                    <a:pt x="459830" y="0"/>
                  </a:lnTo>
                  <a:lnTo>
                    <a:pt x="462075" y="929"/>
                  </a:lnTo>
                  <a:lnTo>
                    <a:pt x="465795" y="4649"/>
                  </a:lnTo>
                  <a:lnTo>
                    <a:pt x="466724" y="6894"/>
                  </a:lnTo>
                  <a:lnTo>
                    <a:pt x="466724" y="12155"/>
                  </a:lnTo>
                  <a:lnTo>
                    <a:pt x="465795" y="14400"/>
                  </a:lnTo>
                  <a:lnTo>
                    <a:pt x="462075" y="18120"/>
                  </a:lnTo>
                  <a:lnTo>
                    <a:pt x="459830" y="19049"/>
                  </a:lnTo>
                  <a:close/>
                </a:path>
              </a:pathLst>
            </a:custGeom>
            <a:solidFill>
              <a:srgbClr val="2918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928047" y="2147887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290880" y="333374"/>
                  </a:moveTo>
                  <a:lnTo>
                    <a:pt x="42494" y="333374"/>
                  </a:lnTo>
                  <a:lnTo>
                    <a:pt x="36245" y="332131"/>
                  </a:lnTo>
                  <a:lnTo>
                    <a:pt x="1243" y="297129"/>
                  </a:lnTo>
                  <a:lnTo>
                    <a:pt x="0" y="290880"/>
                  </a:lnTo>
                  <a:lnTo>
                    <a:pt x="0" y="284383"/>
                  </a:lnTo>
                  <a:lnTo>
                    <a:pt x="0" y="42494"/>
                  </a:lnTo>
                  <a:lnTo>
                    <a:pt x="24240" y="6215"/>
                  </a:lnTo>
                  <a:lnTo>
                    <a:pt x="42494" y="0"/>
                  </a:lnTo>
                  <a:lnTo>
                    <a:pt x="290880" y="0"/>
                  </a:lnTo>
                  <a:lnTo>
                    <a:pt x="327159" y="24240"/>
                  </a:lnTo>
                  <a:lnTo>
                    <a:pt x="333374" y="42494"/>
                  </a:lnTo>
                  <a:lnTo>
                    <a:pt x="333374" y="290880"/>
                  </a:lnTo>
                  <a:lnTo>
                    <a:pt x="309134" y="327159"/>
                  </a:lnTo>
                  <a:lnTo>
                    <a:pt x="297129" y="332131"/>
                  </a:lnTo>
                  <a:lnTo>
                    <a:pt x="290880" y="333374"/>
                  </a:lnTo>
                  <a:close/>
                </a:path>
              </a:pathLst>
            </a:custGeom>
            <a:solidFill>
              <a:srgbClr val="11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928047" y="2147887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284383"/>
                  </a:moveTo>
                  <a:lnTo>
                    <a:pt x="0" y="48990"/>
                  </a:lnTo>
                  <a:lnTo>
                    <a:pt x="0" y="42494"/>
                  </a:lnTo>
                  <a:lnTo>
                    <a:pt x="1243" y="36245"/>
                  </a:lnTo>
                  <a:lnTo>
                    <a:pt x="3729" y="30242"/>
                  </a:lnTo>
                  <a:lnTo>
                    <a:pt x="6215" y="24240"/>
                  </a:lnTo>
                  <a:lnTo>
                    <a:pt x="9755" y="18942"/>
                  </a:lnTo>
                  <a:lnTo>
                    <a:pt x="14349" y="14349"/>
                  </a:lnTo>
                  <a:lnTo>
                    <a:pt x="18942" y="9755"/>
                  </a:lnTo>
                  <a:lnTo>
                    <a:pt x="24240" y="6215"/>
                  </a:lnTo>
                  <a:lnTo>
                    <a:pt x="30242" y="3729"/>
                  </a:lnTo>
                  <a:lnTo>
                    <a:pt x="36245" y="1243"/>
                  </a:lnTo>
                  <a:lnTo>
                    <a:pt x="42494" y="0"/>
                  </a:lnTo>
                  <a:lnTo>
                    <a:pt x="48990" y="0"/>
                  </a:lnTo>
                  <a:lnTo>
                    <a:pt x="284383" y="0"/>
                  </a:lnTo>
                  <a:lnTo>
                    <a:pt x="290880" y="0"/>
                  </a:lnTo>
                  <a:lnTo>
                    <a:pt x="297129" y="1243"/>
                  </a:lnTo>
                  <a:lnTo>
                    <a:pt x="329645" y="30242"/>
                  </a:lnTo>
                  <a:lnTo>
                    <a:pt x="333374" y="48990"/>
                  </a:lnTo>
                  <a:lnTo>
                    <a:pt x="333374" y="284383"/>
                  </a:lnTo>
                  <a:lnTo>
                    <a:pt x="314432" y="323619"/>
                  </a:lnTo>
                  <a:lnTo>
                    <a:pt x="284383" y="333374"/>
                  </a:lnTo>
                  <a:lnTo>
                    <a:pt x="48990" y="333374"/>
                  </a:lnTo>
                  <a:lnTo>
                    <a:pt x="9755" y="314432"/>
                  </a:lnTo>
                  <a:lnTo>
                    <a:pt x="0" y="290880"/>
                  </a:lnTo>
                  <a:lnTo>
                    <a:pt x="0" y="284383"/>
                  </a:lnTo>
                  <a:close/>
                </a:path>
              </a:pathLst>
            </a:custGeom>
            <a:ln w="9524">
              <a:solidFill>
                <a:srgbClr val="2918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6014094" y="2146718"/>
            <a:ext cx="170815" cy="3022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00" spc="-50" b="1">
                <a:solidFill>
                  <a:srgbClr val="E4DFDE"/>
                </a:solidFill>
                <a:latin typeface="Tahoma"/>
                <a:cs typeface="Tahoma"/>
              </a:rPr>
              <a:t>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51104" y="2186146"/>
            <a:ext cx="1620520" cy="2559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0" spc="-45" b="1">
                <a:solidFill>
                  <a:srgbClr val="E4DFDE"/>
                </a:solidFill>
                <a:latin typeface="Tahoma"/>
                <a:cs typeface="Tahoma"/>
              </a:rPr>
              <a:t>Machine</a:t>
            </a:r>
            <a:r>
              <a:rPr dirty="0" sz="1500" spc="-125" b="1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500" spc="-45" b="1">
                <a:solidFill>
                  <a:srgbClr val="E4DFDE"/>
                </a:solidFill>
                <a:latin typeface="Tahoma"/>
                <a:cs typeface="Tahoma"/>
              </a:rPr>
              <a:t>Learning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478139" y="2905124"/>
            <a:ext cx="790575" cy="352425"/>
            <a:chOff x="5478139" y="2905124"/>
            <a:chExt cx="790575" cy="352425"/>
          </a:xfrm>
        </p:grpSpPr>
        <p:sp>
          <p:nvSpPr>
            <p:cNvPr id="16" name="object 16"/>
            <p:cNvSpPr/>
            <p:nvPr/>
          </p:nvSpPr>
          <p:spPr>
            <a:xfrm>
              <a:off x="5478139" y="3076574"/>
              <a:ext cx="466725" cy="19050"/>
            </a:xfrm>
            <a:custGeom>
              <a:avLst/>
              <a:gdLst/>
              <a:ahLst/>
              <a:cxnLst/>
              <a:rect l="l" t="t" r="r" b="b"/>
              <a:pathLst>
                <a:path w="466725" h="19050">
                  <a:moveTo>
                    <a:pt x="459830" y="19049"/>
                  </a:moveTo>
                  <a:lnTo>
                    <a:pt x="6894" y="19049"/>
                  </a:lnTo>
                  <a:lnTo>
                    <a:pt x="4649" y="18120"/>
                  </a:lnTo>
                  <a:lnTo>
                    <a:pt x="929" y="14400"/>
                  </a:lnTo>
                  <a:lnTo>
                    <a:pt x="0" y="12155"/>
                  </a:lnTo>
                  <a:lnTo>
                    <a:pt x="0" y="9524"/>
                  </a:lnTo>
                  <a:lnTo>
                    <a:pt x="0" y="6894"/>
                  </a:lnTo>
                  <a:lnTo>
                    <a:pt x="929" y="4649"/>
                  </a:lnTo>
                  <a:lnTo>
                    <a:pt x="4649" y="929"/>
                  </a:lnTo>
                  <a:lnTo>
                    <a:pt x="6894" y="0"/>
                  </a:lnTo>
                  <a:lnTo>
                    <a:pt x="459830" y="0"/>
                  </a:lnTo>
                  <a:lnTo>
                    <a:pt x="462075" y="929"/>
                  </a:lnTo>
                  <a:lnTo>
                    <a:pt x="465795" y="4649"/>
                  </a:lnTo>
                  <a:lnTo>
                    <a:pt x="466724" y="6894"/>
                  </a:lnTo>
                  <a:lnTo>
                    <a:pt x="466724" y="12155"/>
                  </a:lnTo>
                  <a:lnTo>
                    <a:pt x="465795" y="14400"/>
                  </a:lnTo>
                  <a:lnTo>
                    <a:pt x="462075" y="18120"/>
                  </a:lnTo>
                  <a:lnTo>
                    <a:pt x="459830" y="19049"/>
                  </a:lnTo>
                  <a:close/>
                </a:path>
              </a:pathLst>
            </a:custGeom>
            <a:solidFill>
              <a:srgbClr val="2918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930577" y="2909887"/>
              <a:ext cx="333375" cy="342900"/>
            </a:xfrm>
            <a:custGeom>
              <a:avLst/>
              <a:gdLst/>
              <a:ahLst/>
              <a:cxnLst/>
              <a:rect l="l" t="t" r="r" b="b"/>
              <a:pathLst>
                <a:path w="333375" h="342900">
                  <a:moveTo>
                    <a:pt x="290880" y="342899"/>
                  </a:moveTo>
                  <a:lnTo>
                    <a:pt x="42494" y="342899"/>
                  </a:lnTo>
                  <a:lnTo>
                    <a:pt x="36245" y="341656"/>
                  </a:lnTo>
                  <a:lnTo>
                    <a:pt x="1243" y="306654"/>
                  </a:lnTo>
                  <a:lnTo>
                    <a:pt x="0" y="300405"/>
                  </a:lnTo>
                  <a:lnTo>
                    <a:pt x="0" y="293908"/>
                  </a:lnTo>
                  <a:lnTo>
                    <a:pt x="0" y="42494"/>
                  </a:lnTo>
                  <a:lnTo>
                    <a:pt x="24240" y="6215"/>
                  </a:lnTo>
                  <a:lnTo>
                    <a:pt x="42494" y="0"/>
                  </a:lnTo>
                  <a:lnTo>
                    <a:pt x="290880" y="0"/>
                  </a:lnTo>
                  <a:lnTo>
                    <a:pt x="327159" y="24240"/>
                  </a:lnTo>
                  <a:lnTo>
                    <a:pt x="333374" y="42494"/>
                  </a:lnTo>
                  <a:lnTo>
                    <a:pt x="333374" y="300405"/>
                  </a:lnTo>
                  <a:lnTo>
                    <a:pt x="309134" y="336684"/>
                  </a:lnTo>
                  <a:lnTo>
                    <a:pt x="297129" y="341656"/>
                  </a:lnTo>
                  <a:lnTo>
                    <a:pt x="290880" y="342899"/>
                  </a:lnTo>
                  <a:close/>
                </a:path>
              </a:pathLst>
            </a:custGeom>
            <a:solidFill>
              <a:srgbClr val="11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930577" y="2909887"/>
              <a:ext cx="333375" cy="342900"/>
            </a:xfrm>
            <a:custGeom>
              <a:avLst/>
              <a:gdLst/>
              <a:ahLst/>
              <a:cxnLst/>
              <a:rect l="l" t="t" r="r" b="b"/>
              <a:pathLst>
                <a:path w="333375" h="342900">
                  <a:moveTo>
                    <a:pt x="0" y="293908"/>
                  </a:moveTo>
                  <a:lnTo>
                    <a:pt x="0" y="48990"/>
                  </a:lnTo>
                  <a:lnTo>
                    <a:pt x="0" y="42494"/>
                  </a:lnTo>
                  <a:lnTo>
                    <a:pt x="1243" y="36245"/>
                  </a:lnTo>
                  <a:lnTo>
                    <a:pt x="3729" y="30242"/>
                  </a:lnTo>
                  <a:lnTo>
                    <a:pt x="6215" y="24240"/>
                  </a:lnTo>
                  <a:lnTo>
                    <a:pt x="9755" y="18942"/>
                  </a:lnTo>
                  <a:lnTo>
                    <a:pt x="14349" y="14349"/>
                  </a:lnTo>
                  <a:lnTo>
                    <a:pt x="18942" y="9755"/>
                  </a:lnTo>
                  <a:lnTo>
                    <a:pt x="24240" y="6215"/>
                  </a:lnTo>
                  <a:lnTo>
                    <a:pt x="30242" y="3729"/>
                  </a:lnTo>
                  <a:lnTo>
                    <a:pt x="36245" y="1243"/>
                  </a:lnTo>
                  <a:lnTo>
                    <a:pt x="42494" y="0"/>
                  </a:lnTo>
                  <a:lnTo>
                    <a:pt x="48990" y="0"/>
                  </a:lnTo>
                  <a:lnTo>
                    <a:pt x="284383" y="0"/>
                  </a:lnTo>
                  <a:lnTo>
                    <a:pt x="290880" y="0"/>
                  </a:lnTo>
                  <a:lnTo>
                    <a:pt x="297129" y="1243"/>
                  </a:lnTo>
                  <a:lnTo>
                    <a:pt x="329645" y="30242"/>
                  </a:lnTo>
                  <a:lnTo>
                    <a:pt x="333374" y="48990"/>
                  </a:lnTo>
                  <a:lnTo>
                    <a:pt x="333374" y="293908"/>
                  </a:lnTo>
                  <a:lnTo>
                    <a:pt x="314432" y="333144"/>
                  </a:lnTo>
                  <a:lnTo>
                    <a:pt x="284383" y="342899"/>
                  </a:lnTo>
                  <a:lnTo>
                    <a:pt x="48990" y="342899"/>
                  </a:lnTo>
                  <a:lnTo>
                    <a:pt x="14349" y="328550"/>
                  </a:lnTo>
                  <a:lnTo>
                    <a:pt x="9755" y="323957"/>
                  </a:lnTo>
                  <a:lnTo>
                    <a:pt x="6215" y="318659"/>
                  </a:lnTo>
                  <a:lnTo>
                    <a:pt x="3729" y="312656"/>
                  </a:lnTo>
                  <a:lnTo>
                    <a:pt x="1243" y="306654"/>
                  </a:lnTo>
                  <a:lnTo>
                    <a:pt x="0" y="300405"/>
                  </a:lnTo>
                  <a:lnTo>
                    <a:pt x="0" y="293908"/>
                  </a:lnTo>
                  <a:close/>
                </a:path>
              </a:pathLst>
            </a:custGeom>
            <a:ln w="9524">
              <a:solidFill>
                <a:srgbClr val="2918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012308" y="2918243"/>
            <a:ext cx="174625" cy="3022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00" spc="-50" b="1">
                <a:solidFill>
                  <a:srgbClr val="E4DFDE"/>
                </a:solidFill>
                <a:latin typeface="Tahoma"/>
                <a:cs typeface="Tahoma"/>
              </a:rPr>
              <a:t>3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29174" y="2948146"/>
            <a:ext cx="1317625" cy="2559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0" spc="-55" b="1">
                <a:solidFill>
                  <a:srgbClr val="E4DFDE"/>
                </a:solidFill>
                <a:latin typeface="Tahoma"/>
                <a:cs typeface="Tahoma"/>
              </a:rPr>
              <a:t>Deep</a:t>
            </a:r>
            <a:r>
              <a:rPr dirty="0" sz="1500" spc="-145" b="1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500" spc="-50" b="1">
                <a:solidFill>
                  <a:srgbClr val="E4DFDE"/>
                </a:solidFill>
                <a:latin typeface="Tahoma"/>
                <a:cs typeface="Tahoma"/>
              </a:rPr>
              <a:t>Learning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923284" y="3676650"/>
            <a:ext cx="790575" cy="342900"/>
            <a:chOff x="5923284" y="3676650"/>
            <a:chExt cx="790575" cy="342900"/>
          </a:xfrm>
        </p:grpSpPr>
        <p:sp>
          <p:nvSpPr>
            <p:cNvPr id="22" name="object 22"/>
            <p:cNvSpPr/>
            <p:nvPr/>
          </p:nvSpPr>
          <p:spPr>
            <a:xfrm>
              <a:off x="6247134" y="3838574"/>
              <a:ext cx="466725" cy="19050"/>
            </a:xfrm>
            <a:custGeom>
              <a:avLst/>
              <a:gdLst/>
              <a:ahLst/>
              <a:cxnLst/>
              <a:rect l="l" t="t" r="r" b="b"/>
              <a:pathLst>
                <a:path w="466725" h="19050">
                  <a:moveTo>
                    <a:pt x="459830" y="19049"/>
                  </a:moveTo>
                  <a:lnTo>
                    <a:pt x="6894" y="19049"/>
                  </a:lnTo>
                  <a:lnTo>
                    <a:pt x="4649" y="18120"/>
                  </a:lnTo>
                  <a:lnTo>
                    <a:pt x="929" y="14400"/>
                  </a:lnTo>
                  <a:lnTo>
                    <a:pt x="0" y="12155"/>
                  </a:lnTo>
                  <a:lnTo>
                    <a:pt x="0" y="9524"/>
                  </a:lnTo>
                  <a:lnTo>
                    <a:pt x="0" y="6894"/>
                  </a:lnTo>
                  <a:lnTo>
                    <a:pt x="929" y="4649"/>
                  </a:lnTo>
                  <a:lnTo>
                    <a:pt x="4649" y="929"/>
                  </a:lnTo>
                  <a:lnTo>
                    <a:pt x="6894" y="0"/>
                  </a:lnTo>
                  <a:lnTo>
                    <a:pt x="459830" y="0"/>
                  </a:lnTo>
                  <a:lnTo>
                    <a:pt x="462075" y="929"/>
                  </a:lnTo>
                  <a:lnTo>
                    <a:pt x="465795" y="4649"/>
                  </a:lnTo>
                  <a:lnTo>
                    <a:pt x="466724" y="6894"/>
                  </a:lnTo>
                  <a:lnTo>
                    <a:pt x="466724" y="12155"/>
                  </a:lnTo>
                  <a:lnTo>
                    <a:pt x="465795" y="14400"/>
                  </a:lnTo>
                  <a:lnTo>
                    <a:pt x="462075" y="18120"/>
                  </a:lnTo>
                  <a:lnTo>
                    <a:pt x="459830" y="19049"/>
                  </a:lnTo>
                  <a:close/>
                </a:path>
              </a:pathLst>
            </a:custGeom>
            <a:solidFill>
              <a:srgbClr val="2918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5928047" y="3681412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290880" y="333374"/>
                  </a:moveTo>
                  <a:lnTo>
                    <a:pt x="42494" y="333374"/>
                  </a:lnTo>
                  <a:lnTo>
                    <a:pt x="36245" y="332131"/>
                  </a:lnTo>
                  <a:lnTo>
                    <a:pt x="1243" y="297129"/>
                  </a:lnTo>
                  <a:lnTo>
                    <a:pt x="0" y="290880"/>
                  </a:lnTo>
                  <a:lnTo>
                    <a:pt x="0" y="284383"/>
                  </a:lnTo>
                  <a:lnTo>
                    <a:pt x="0" y="42494"/>
                  </a:lnTo>
                  <a:lnTo>
                    <a:pt x="24240" y="6215"/>
                  </a:lnTo>
                  <a:lnTo>
                    <a:pt x="42494" y="0"/>
                  </a:lnTo>
                  <a:lnTo>
                    <a:pt x="290880" y="0"/>
                  </a:lnTo>
                  <a:lnTo>
                    <a:pt x="327159" y="24240"/>
                  </a:lnTo>
                  <a:lnTo>
                    <a:pt x="333374" y="42494"/>
                  </a:lnTo>
                  <a:lnTo>
                    <a:pt x="333374" y="290880"/>
                  </a:lnTo>
                  <a:lnTo>
                    <a:pt x="309134" y="327159"/>
                  </a:lnTo>
                  <a:lnTo>
                    <a:pt x="297129" y="332131"/>
                  </a:lnTo>
                  <a:lnTo>
                    <a:pt x="290880" y="333374"/>
                  </a:lnTo>
                  <a:close/>
                </a:path>
              </a:pathLst>
            </a:custGeom>
            <a:solidFill>
              <a:srgbClr val="11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928047" y="3681412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284383"/>
                  </a:moveTo>
                  <a:lnTo>
                    <a:pt x="0" y="48990"/>
                  </a:lnTo>
                  <a:lnTo>
                    <a:pt x="0" y="42494"/>
                  </a:lnTo>
                  <a:lnTo>
                    <a:pt x="1243" y="36245"/>
                  </a:lnTo>
                  <a:lnTo>
                    <a:pt x="3729" y="30242"/>
                  </a:lnTo>
                  <a:lnTo>
                    <a:pt x="6215" y="24240"/>
                  </a:lnTo>
                  <a:lnTo>
                    <a:pt x="9755" y="18942"/>
                  </a:lnTo>
                  <a:lnTo>
                    <a:pt x="14349" y="14349"/>
                  </a:lnTo>
                  <a:lnTo>
                    <a:pt x="18942" y="9755"/>
                  </a:lnTo>
                  <a:lnTo>
                    <a:pt x="24240" y="6215"/>
                  </a:lnTo>
                  <a:lnTo>
                    <a:pt x="30242" y="3729"/>
                  </a:lnTo>
                  <a:lnTo>
                    <a:pt x="36245" y="1243"/>
                  </a:lnTo>
                  <a:lnTo>
                    <a:pt x="42494" y="0"/>
                  </a:lnTo>
                  <a:lnTo>
                    <a:pt x="48990" y="0"/>
                  </a:lnTo>
                  <a:lnTo>
                    <a:pt x="284383" y="0"/>
                  </a:lnTo>
                  <a:lnTo>
                    <a:pt x="290880" y="0"/>
                  </a:lnTo>
                  <a:lnTo>
                    <a:pt x="297129" y="1243"/>
                  </a:lnTo>
                  <a:lnTo>
                    <a:pt x="329645" y="30242"/>
                  </a:lnTo>
                  <a:lnTo>
                    <a:pt x="333374" y="48990"/>
                  </a:lnTo>
                  <a:lnTo>
                    <a:pt x="333374" y="284383"/>
                  </a:lnTo>
                  <a:lnTo>
                    <a:pt x="314432" y="323619"/>
                  </a:lnTo>
                  <a:lnTo>
                    <a:pt x="284383" y="333374"/>
                  </a:lnTo>
                  <a:lnTo>
                    <a:pt x="48990" y="333374"/>
                  </a:lnTo>
                  <a:lnTo>
                    <a:pt x="9755" y="314432"/>
                  </a:lnTo>
                  <a:lnTo>
                    <a:pt x="0" y="290880"/>
                  </a:lnTo>
                  <a:lnTo>
                    <a:pt x="0" y="284383"/>
                  </a:lnTo>
                  <a:close/>
                </a:path>
              </a:pathLst>
            </a:custGeom>
            <a:ln w="9524">
              <a:solidFill>
                <a:srgbClr val="2918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6008736" y="3680243"/>
            <a:ext cx="181610" cy="3022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00" spc="15" b="1">
                <a:solidFill>
                  <a:srgbClr val="E4DFDE"/>
                </a:solidFill>
                <a:latin typeface="Tahoma"/>
                <a:cs typeface="Tahoma"/>
              </a:rPr>
              <a:t>4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851104" y="3710146"/>
            <a:ext cx="1226185" cy="2559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0" spc="-70" b="1">
                <a:solidFill>
                  <a:srgbClr val="E4DFDE"/>
                </a:solidFill>
                <a:latin typeface="Tahoma"/>
                <a:cs typeface="Tahoma"/>
              </a:rPr>
              <a:t>Generative</a:t>
            </a:r>
            <a:r>
              <a:rPr dirty="0" sz="1500" spc="-100" b="1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500" spc="-60" b="1">
                <a:solidFill>
                  <a:srgbClr val="E4DFDE"/>
                </a:solidFill>
                <a:latin typeface="Tahoma"/>
                <a:cs typeface="Tahoma"/>
              </a:rPr>
              <a:t>AI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478139" y="4438650"/>
            <a:ext cx="790575" cy="342900"/>
            <a:chOff x="5478139" y="4438650"/>
            <a:chExt cx="790575" cy="342900"/>
          </a:xfrm>
        </p:grpSpPr>
        <p:sp>
          <p:nvSpPr>
            <p:cNvPr id="28" name="object 28"/>
            <p:cNvSpPr/>
            <p:nvPr/>
          </p:nvSpPr>
          <p:spPr>
            <a:xfrm>
              <a:off x="5478139" y="4600574"/>
              <a:ext cx="466725" cy="19050"/>
            </a:xfrm>
            <a:custGeom>
              <a:avLst/>
              <a:gdLst/>
              <a:ahLst/>
              <a:cxnLst/>
              <a:rect l="l" t="t" r="r" b="b"/>
              <a:pathLst>
                <a:path w="466725" h="19050">
                  <a:moveTo>
                    <a:pt x="459830" y="19049"/>
                  </a:moveTo>
                  <a:lnTo>
                    <a:pt x="6894" y="19049"/>
                  </a:lnTo>
                  <a:lnTo>
                    <a:pt x="4649" y="18120"/>
                  </a:lnTo>
                  <a:lnTo>
                    <a:pt x="929" y="14400"/>
                  </a:lnTo>
                  <a:lnTo>
                    <a:pt x="0" y="12155"/>
                  </a:lnTo>
                  <a:lnTo>
                    <a:pt x="0" y="9524"/>
                  </a:lnTo>
                  <a:lnTo>
                    <a:pt x="0" y="6894"/>
                  </a:lnTo>
                  <a:lnTo>
                    <a:pt x="929" y="4649"/>
                  </a:lnTo>
                  <a:lnTo>
                    <a:pt x="4649" y="929"/>
                  </a:lnTo>
                  <a:lnTo>
                    <a:pt x="6894" y="0"/>
                  </a:lnTo>
                  <a:lnTo>
                    <a:pt x="459830" y="0"/>
                  </a:lnTo>
                  <a:lnTo>
                    <a:pt x="462075" y="929"/>
                  </a:lnTo>
                  <a:lnTo>
                    <a:pt x="465795" y="4649"/>
                  </a:lnTo>
                  <a:lnTo>
                    <a:pt x="466724" y="6894"/>
                  </a:lnTo>
                  <a:lnTo>
                    <a:pt x="466724" y="12155"/>
                  </a:lnTo>
                  <a:lnTo>
                    <a:pt x="465795" y="14400"/>
                  </a:lnTo>
                  <a:lnTo>
                    <a:pt x="462075" y="18120"/>
                  </a:lnTo>
                  <a:lnTo>
                    <a:pt x="459830" y="19049"/>
                  </a:lnTo>
                  <a:close/>
                </a:path>
              </a:pathLst>
            </a:custGeom>
            <a:solidFill>
              <a:srgbClr val="2918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5930577" y="4443412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290880" y="333374"/>
                  </a:moveTo>
                  <a:lnTo>
                    <a:pt x="42494" y="333374"/>
                  </a:lnTo>
                  <a:lnTo>
                    <a:pt x="36245" y="332131"/>
                  </a:lnTo>
                  <a:lnTo>
                    <a:pt x="1243" y="297129"/>
                  </a:lnTo>
                  <a:lnTo>
                    <a:pt x="0" y="290880"/>
                  </a:lnTo>
                  <a:lnTo>
                    <a:pt x="0" y="284383"/>
                  </a:lnTo>
                  <a:lnTo>
                    <a:pt x="0" y="42494"/>
                  </a:lnTo>
                  <a:lnTo>
                    <a:pt x="24240" y="6215"/>
                  </a:lnTo>
                  <a:lnTo>
                    <a:pt x="42494" y="0"/>
                  </a:lnTo>
                  <a:lnTo>
                    <a:pt x="290880" y="0"/>
                  </a:lnTo>
                  <a:lnTo>
                    <a:pt x="327159" y="24240"/>
                  </a:lnTo>
                  <a:lnTo>
                    <a:pt x="333374" y="42494"/>
                  </a:lnTo>
                  <a:lnTo>
                    <a:pt x="333374" y="290880"/>
                  </a:lnTo>
                  <a:lnTo>
                    <a:pt x="309134" y="327159"/>
                  </a:lnTo>
                  <a:lnTo>
                    <a:pt x="297129" y="332131"/>
                  </a:lnTo>
                  <a:lnTo>
                    <a:pt x="290880" y="333374"/>
                  </a:lnTo>
                  <a:close/>
                </a:path>
              </a:pathLst>
            </a:custGeom>
            <a:solidFill>
              <a:srgbClr val="11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5930577" y="4443412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284383"/>
                  </a:moveTo>
                  <a:lnTo>
                    <a:pt x="0" y="48990"/>
                  </a:lnTo>
                  <a:lnTo>
                    <a:pt x="0" y="42494"/>
                  </a:lnTo>
                  <a:lnTo>
                    <a:pt x="1243" y="36245"/>
                  </a:lnTo>
                  <a:lnTo>
                    <a:pt x="3729" y="30242"/>
                  </a:lnTo>
                  <a:lnTo>
                    <a:pt x="6215" y="24240"/>
                  </a:lnTo>
                  <a:lnTo>
                    <a:pt x="9755" y="18942"/>
                  </a:lnTo>
                  <a:lnTo>
                    <a:pt x="14349" y="14349"/>
                  </a:lnTo>
                  <a:lnTo>
                    <a:pt x="18942" y="9755"/>
                  </a:lnTo>
                  <a:lnTo>
                    <a:pt x="24240" y="6215"/>
                  </a:lnTo>
                  <a:lnTo>
                    <a:pt x="30242" y="3729"/>
                  </a:lnTo>
                  <a:lnTo>
                    <a:pt x="36245" y="1243"/>
                  </a:lnTo>
                  <a:lnTo>
                    <a:pt x="42494" y="0"/>
                  </a:lnTo>
                  <a:lnTo>
                    <a:pt x="48990" y="0"/>
                  </a:lnTo>
                  <a:lnTo>
                    <a:pt x="284383" y="0"/>
                  </a:lnTo>
                  <a:lnTo>
                    <a:pt x="290880" y="0"/>
                  </a:lnTo>
                  <a:lnTo>
                    <a:pt x="297129" y="1243"/>
                  </a:lnTo>
                  <a:lnTo>
                    <a:pt x="329645" y="30242"/>
                  </a:lnTo>
                  <a:lnTo>
                    <a:pt x="333374" y="48990"/>
                  </a:lnTo>
                  <a:lnTo>
                    <a:pt x="333374" y="284383"/>
                  </a:lnTo>
                  <a:lnTo>
                    <a:pt x="314432" y="323619"/>
                  </a:lnTo>
                  <a:lnTo>
                    <a:pt x="284383" y="333374"/>
                  </a:lnTo>
                  <a:lnTo>
                    <a:pt x="48990" y="333374"/>
                  </a:lnTo>
                  <a:lnTo>
                    <a:pt x="9755" y="314432"/>
                  </a:lnTo>
                  <a:lnTo>
                    <a:pt x="0" y="290880"/>
                  </a:lnTo>
                  <a:lnTo>
                    <a:pt x="0" y="284383"/>
                  </a:lnTo>
                  <a:close/>
                </a:path>
              </a:pathLst>
            </a:custGeom>
            <a:ln w="9524">
              <a:solidFill>
                <a:srgbClr val="2918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6014987" y="4442243"/>
            <a:ext cx="168910" cy="3022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00" spc="-50" b="1">
                <a:solidFill>
                  <a:srgbClr val="E4DFDE"/>
                </a:solidFill>
                <a:latin typeface="Tahoma"/>
                <a:cs typeface="Tahoma"/>
              </a:rPr>
              <a:t>5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659485" y="4481671"/>
            <a:ext cx="1687195" cy="2559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0" spc="-45" b="1">
                <a:solidFill>
                  <a:srgbClr val="E4DFDE"/>
                </a:solidFill>
                <a:latin typeface="Tahoma"/>
                <a:cs typeface="Tahoma"/>
              </a:rPr>
              <a:t>Agentic</a:t>
            </a:r>
            <a:r>
              <a:rPr dirty="0" sz="1500" spc="-150" b="1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500" spc="-135" b="1">
                <a:solidFill>
                  <a:srgbClr val="E4DFDE"/>
                </a:solidFill>
                <a:latin typeface="Tahoma"/>
                <a:cs typeface="Tahoma"/>
              </a:rPr>
              <a:t>AI</a:t>
            </a:r>
            <a:r>
              <a:rPr dirty="0" sz="1500" spc="-145" b="1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500" spc="-85" b="1">
                <a:solidFill>
                  <a:srgbClr val="E4DFDE"/>
                </a:solidFill>
                <a:latin typeface="Tahoma"/>
                <a:cs typeface="Tahoma"/>
              </a:rPr>
              <a:t>(Future)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48840" y="5809208"/>
            <a:ext cx="10825480" cy="482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5"/>
              </a:spcBef>
            </a:pPr>
            <a:r>
              <a:rPr dirty="0" sz="1200" spc="10">
                <a:solidFill>
                  <a:srgbClr val="E4DFDE"/>
                </a:solidFill>
                <a:latin typeface="Tahoma"/>
                <a:cs typeface="Tahoma"/>
              </a:rPr>
              <a:t>This</a:t>
            </a:r>
            <a:r>
              <a:rPr dirty="0" sz="1200" spc="1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E4DFDE"/>
                </a:solidFill>
                <a:latin typeface="Tahoma"/>
                <a:cs typeface="Tahoma"/>
              </a:rPr>
              <a:t>timeline</a:t>
            </a:r>
            <a:r>
              <a:rPr dirty="0" sz="1200" spc="1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E4DFDE"/>
                </a:solidFill>
                <a:latin typeface="Tahoma"/>
                <a:cs typeface="Tahoma"/>
              </a:rPr>
              <a:t>illustrates</a:t>
            </a:r>
            <a:r>
              <a:rPr dirty="0" sz="1200" spc="1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E4DFDE"/>
                </a:solidFill>
                <a:latin typeface="Tahoma"/>
                <a:cs typeface="Tahoma"/>
              </a:rPr>
              <a:t>the</a:t>
            </a:r>
            <a:r>
              <a:rPr dirty="0" sz="1200" spc="1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E4DFDE"/>
                </a:solidFill>
                <a:latin typeface="Tahoma"/>
                <a:cs typeface="Tahoma"/>
              </a:rPr>
              <a:t>progression</a:t>
            </a:r>
            <a:r>
              <a:rPr dirty="0" sz="1200" spc="1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00" spc="50">
                <a:solidFill>
                  <a:srgbClr val="E4DFDE"/>
                </a:solidFill>
                <a:latin typeface="Tahoma"/>
                <a:cs typeface="Tahoma"/>
              </a:rPr>
              <a:t>of</a:t>
            </a:r>
            <a:r>
              <a:rPr dirty="0" sz="1200" spc="1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E4DFDE"/>
                </a:solidFill>
                <a:latin typeface="Tahoma"/>
                <a:cs typeface="Tahoma"/>
              </a:rPr>
              <a:t>Artificial</a:t>
            </a:r>
            <a:r>
              <a:rPr dirty="0" sz="1200" spc="1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E4DFDE"/>
                </a:solidFill>
                <a:latin typeface="Tahoma"/>
                <a:cs typeface="Tahoma"/>
              </a:rPr>
              <a:t>Intelligence,</a:t>
            </a:r>
            <a:r>
              <a:rPr dirty="0" sz="1200" spc="1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E4DFDE"/>
                </a:solidFill>
                <a:latin typeface="Tahoma"/>
                <a:cs typeface="Tahoma"/>
              </a:rPr>
              <a:t>from</a:t>
            </a:r>
            <a:r>
              <a:rPr dirty="0" sz="1200" spc="1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E4DFDE"/>
                </a:solidFill>
                <a:latin typeface="Tahoma"/>
                <a:cs typeface="Tahoma"/>
              </a:rPr>
              <a:t>foundational</a:t>
            </a:r>
            <a:r>
              <a:rPr dirty="0" sz="1200" spc="1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E4DFDE"/>
                </a:solidFill>
                <a:latin typeface="Tahoma"/>
                <a:cs typeface="Tahoma"/>
              </a:rPr>
              <a:t>rule-</a:t>
            </a:r>
            <a:r>
              <a:rPr dirty="0" sz="1200" spc="50">
                <a:solidFill>
                  <a:srgbClr val="E4DFDE"/>
                </a:solidFill>
                <a:latin typeface="Tahoma"/>
                <a:cs typeface="Tahoma"/>
              </a:rPr>
              <a:t>based</a:t>
            </a:r>
            <a:r>
              <a:rPr dirty="0" sz="1200" spc="1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E4DFDE"/>
                </a:solidFill>
                <a:latin typeface="Tahoma"/>
                <a:cs typeface="Tahoma"/>
              </a:rPr>
              <a:t>systems</a:t>
            </a:r>
            <a:r>
              <a:rPr dirty="0" sz="1200" spc="1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E4DFDE"/>
                </a:solidFill>
                <a:latin typeface="Tahoma"/>
                <a:cs typeface="Tahoma"/>
              </a:rPr>
              <a:t>to</a:t>
            </a:r>
            <a:r>
              <a:rPr dirty="0" sz="1200" spc="1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E4DFDE"/>
                </a:solidFill>
                <a:latin typeface="Tahoma"/>
                <a:cs typeface="Tahoma"/>
              </a:rPr>
              <a:t>the</a:t>
            </a:r>
            <a:r>
              <a:rPr dirty="0" sz="1200" spc="1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E4DFDE"/>
                </a:solidFill>
                <a:latin typeface="Tahoma"/>
                <a:cs typeface="Tahoma"/>
              </a:rPr>
              <a:t>advanced,</a:t>
            </a:r>
            <a:r>
              <a:rPr dirty="0" sz="1200" spc="1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E4DFDE"/>
                </a:solidFill>
                <a:latin typeface="Tahoma"/>
                <a:cs typeface="Tahoma"/>
              </a:rPr>
              <a:t>autonomous</a:t>
            </a:r>
            <a:r>
              <a:rPr dirty="0" sz="1200" spc="1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E4DFDE"/>
                </a:solidFill>
                <a:latin typeface="Tahoma"/>
                <a:cs typeface="Tahoma"/>
              </a:rPr>
              <a:t>capabilities</a:t>
            </a:r>
            <a:r>
              <a:rPr dirty="0" sz="1200" spc="1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E4DFDE"/>
                </a:solidFill>
                <a:latin typeface="Tahoma"/>
                <a:cs typeface="Tahoma"/>
              </a:rPr>
              <a:t>envisioned </a:t>
            </a:r>
            <a:r>
              <a:rPr dirty="0" sz="1200">
                <a:solidFill>
                  <a:srgbClr val="E4DFDE"/>
                </a:solidFill>
                <a:latin typeface="Tahoma"/>
                <a:cs typeface="Tahoma"/>
              </a:rPr>
              <a:t>for</a:t>
            </a:r>
            <a:r>
              <a:rPr dirty="0" sz="1200" spc="2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E4DFDE"/>
                </a:solidFill>
                <a:latin typeface="Tahoma"/>
                <a:cs typeface="Tahoma"/>
              </a:rPr>
              <a:t>future</a:t>
            </a:r>
            <a:r>
              <a:rPr dirty="0" sz="1200" spc="2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E4DFDE"/>
                </a:solidFill>
                <a:latin typeface="Tahoma"/>
                <a:cs typeface="Tahoma"/>
              </a:rPr>
              <a:t>agentic</a:t>
            </a:r>
            <a:r>
              <a:rPr dirty="0" sz="1200" spc="2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E4DFDE"/>
                </a:solidFill>
                <a:latin typeface="Tahoma"/>
                <a:cs typeface="Tahoma"/>
              </a:rPr>
              <a:t>AI.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34" name="object 34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130"/>
              <a:t>How</a:t>
            </a:r>
            <a:r>
              <a:rPr dirty="0" sz="2500" spc="-275"/>
              <a:t> </a:t>
            </a:r>
            <a:r>
              <a:rPr dirty="0" sz="2500" spc="-240"/>
              <a:t>AI</a:t>
            </a:r>
            <a:r>
              <a:rPr dirty="0" sz="2500" spc="-270"/>
              <a:t> </a:t>
            </a:r>
            <a:r>
              <a:rPr dirty="0" sz="2500" spc="-100"/>
              <a:t>Works</a:t>
            </a:r>
            <a:r>
              <a:rPr dirty="0" sz="2500" spc="-275"/>
              <a:t> </a:t>
            </a:r>
            <a:r>
              <a:rPr dirty="0" sz="2500" spc="-110"/>
              <a:t>(Simplified)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648840" y="1098581"/>
            <a:ext cx="613092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E4DFDE"/>
                </a:solidFill>
                <a:latin typeface="Tahoma"/>
                <a:cs typeface="Tahoma"/>
              </a:rPr>
              <a:t>The</a:t>
            </a:r>
            <a:r>
              <a:rPr dirty="0" sz="1000" spc="2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E4DFDE"/>
                </a:solidFill>
                <a:latin typeface="Tahoma"/>
                <a:cs typeface="Tahoma"/>
              </a:rPr>
              <a:t>Process:</a:t>
            </a:r>
            <a:r>
              <a:rPr dirty="0" sz="1000" spc="3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E4DFDE"/>
                </a:solidFill>
                <a:latin typeface="Tahoma"/>
                <a:cs typeface="Tahoma"/>
              </a:rPr>
              <a:t>Question</a:t>
            </a:r>
            <a:r>
              <a:rPr dirty="0" sz="1000" spc="2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 spc="-55">
                <a:solidFill>
                  <a:srgbClr val="E4DFDE"/>
                </a:solidFill>
                <a:latin typeface="Tahoma"/>
                <a:cs typeface="Tahoma"/>
              </a:rPr>
              <a:t>→</a:t>
            </a:r>
            <a:r>
              <a:rPr dirty="0" sz="1000" spc="3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E4DFDE"/>
                </a:solidFill>
                <a:latin typeface="Tahoma"/>
                <a:cs typeface="Tahoma"/>
              </a:rPr>
              <a:t>AI</a:t>
            </a:r>
            <a:r>
              <a:rPr dirty="0" sz="1000" spc="2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E4DFDE"/>
                </a:solidFill>
                <a:latin typeface="Tahoma"/>
                <a:cs typeface="Tahoma"/>
              </a:rPr>
              <a:t>reads</a:t>
            </a:r>
            <a:r>
              <a:rPr dirty="0" sz="1000" spc="3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E4DFDE"/>
                </a:solidFill>
                <a:latin typeface="Tahoma"/>
                <a:cs typeface="Tahoma"/>
              </a:rPr>
              <a:t>words</a:t>
            </a:r>
            <a:r>
              <a:rPr dirty="0" sz="1000" spc="2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 spc="-55">
                <a:solidFill>
                  <a:srgbClr val="E4DFDE"/>
                </a:solidFill>
                <a:latin typeface="Tahoma"/>
                <a:cs typeface="Tahoma"/>
              </a:rPr>
              <a:t>→</a:t>
            </a:r>
            <a:r>
              <a:rPr dirty="0" sz="1000" spc="3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E4DFDE"/>
                </a:solidFill>
                <a:latin typeface="Tahoma"/>
                <a:cs typeface="Tahoma"/>
              </a:rPr>
              <a:t>Finds</a:t>
            </a:r>
            <a:r>
              <a:rPr dirty="0" sz="1000" spc="2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E4DFDE"/>
                </a:solidFill>
                <a:latin typeface="Tahoma"/>
                <a:cs typeface="Tahoma"/>
              </a:rPr>
              <a:t>patterns</a:t>
            </a:r>
            <a:r>
              <a:rPr dirty="0" sz="1000" spc="3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 spc="-55">
                <a:solidFill>
                  <a:srgbClr val="E4DFDE"/>
                </a:solidFill>
                <a:latin typeface="Tahoma"/>
                <a:cs typeface="Tahoma"/>
              </a:rPr>
              <a:t>→</a:t>
            </a:r>
            <a:r>
              <a:rPr dirty="0" sz="1000" spc="2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E4DFDE"/>
                </a:solidFill>
                <a:latin typeface="Tahoma"/>
                <a:cs typeface="Tahoma"/>
              </a:rPr>
              <a:t>Predicts</a:t>
            </a:r>
            <a:r>
              <a:rPr dirty="0" sz="1000" spc="3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E4DFDE"/>
                </a:solidFill>
                <a:latin typeface="Tahoma"/>
                <a:cs typeface="Tahoma"/>
              </a:rPr>
              <a:t>best</a:t>
            </a:r>
            <a:r>
              <a:rPr dirty="0" sz="1000" spc="2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E4DFDE"/>
                </a:solidFill>
                <a:latin typeface="Tahoma"/>
                <a:cs typeface="Tahoma"/>
              </a:rPr>
              <a:t>answer</a:t>
            </a:r>
            <a:r>
              <a:rPr dirty="0" sz="1000" spc="3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 spc="-55">
                <a:solidFill>
                  <a:srgbClr val="E4DFDE"/>
                </a:solidFill>
                <a:latin typeface="Tahoma"/>
                <a:cs typeface="Tahoma"/>
              </a:rPr>
              <a:t>→</a:t>
            </a:r>
            <a:r>
              <a:rPr dirty="0" sz="1000" spc="2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E4DFDE"/>
                </a:solidFill>
                <a:latin typeface="Tahoma"/>
                <a:cs typeface="Tahoma"/>
              </a:rPr>
              <a:t>Generates</a:t>
            </a:r>
            <a:r>
              <a:rPr dirty="0" sz="1000" spc="3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E4DFDE"/>
                </a:solidFill>
                <a:latin typeface="Tahoma"/>
                <a:cs typeface="Tahoma"/>
              </a:rPr>
              <a:t>response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5484" y="1539698"/>
            <a:ext cx="8135077" cy="214910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655431" y="4134064"/>
            <a:ext cx="961390" cy="6559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7785" marR="5080" indent="-45720">
              <a:lnSpc>
                <a:spcPct val="108900"/>
              </a:lnSpc>
              <a:spcBef>
                <a:spcPts val="90"/>
              </a:spcBef>
            </a:pPr>
            <a:r>
              <a:rPr dirty="0" sz="1900" spc="-60" b="1">
                <a:solidFill>
                  <a:srgbClr val="E4DFDE"/>
                </a:solidFill>
                <a:latin typeface="Tahoma"/>
                <a:cs typeface="Tahoma"/>
              </a:rPr>
              <a:t>Predicts </a:t>
            </a:r>
            <a:r>
              <a:rPr dirty="0" sz="1900" spc="-10" b="1">
                <a:solidFill>
                  <a:srgbClr val="E4DFDE"/>
                </a:solidFill>
                <a:latin typeface="Tahoma"/>
                <a:cs typeface="Tahoma"/>
              </a:rPr>
              <a:t>answer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44518" y="4134064"/>
            <a:ext cx="982980" cy="6559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166370">
              <a:lnSpc>
                <a:spcPct val="108900"/>
              </a:lnSpc>
              <a:spcBef>
                <a:spcPts val="90"/>
              </a:spcBef>
            </a:pPr>
            <a:r>
              <a:rPr dirty="0" sz="1900" spc="-10" b="1">
                <a:solidFill>
                  <a:srgbClr val="E4DFDE"/>
                </a:solidFill>
                <a:latin typeface="Tahoma"/>
                <a:cs typeface="Tahoma"/>
              </a:rPr>
              <a:t>Finds </a:t>
            </a:r>
            <a:r>
              <a:rPr dirty="0" sz="1900" spc="-75" b="1">
                <a:solidFill>
                  <a:srgbClr val="E4DFDE"/>
                </a:solidFill>
                <a:latin typeface="Tahoma"/>
                <a:cs typeface="Tahoma"/>
              </a:rPr>
              <a:t>patterns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02982" y="4307966"/>
            <a:ext cx="1488440" cy="3194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00" spc="-60" b="1">
                <a:solidFill>
                  <a:srgbClr val="E4DFDE"/>
                </a:solidFill>
                <a:latin typeface="Tahoma"/>
                <a:cs typeface="Tahoma"/>
              </a:rPr>
              <a:t>Reads</a:t>
            </a:r>
            <a:r>
              <a:rPr dirty="0" sz="1900" spc="-195" b="1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900" spc="-45" b="1">
                <a:solidFill>
                  <a:srgbClr val="E4DFDE"/>
                </a:solidFill>
                <a:latin typeface="Tahoma"/>
                <a:cs typeface="Tahoma"/>
              </a:rPr>
              <a:t>words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42705" y="4307966"/>
            <a:ext cx="1143635" cy="3194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00" spc="-35" b="1">
                <a:solidFill>
                  <a:srgbClr val="E4DFDE"/>
                </a:solidFill>
                <a:latin typeface="Tahoma"/>
                <a:cs typeface="Tahoma"/>
              </a:rPr>
              <a:t>User</a:t>
            </a:r>
            <a:r>
              <a:rPr dirty="0" sz="1900" spc="-195" b="1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900" spc="-20" b="1">
                <a:solidFill>
                  <a:srgbClr val="E4DFDE"/>
                </a:solidFill>
                <a:latin typeface="Tahoma"/>
                <a:cs typeface="Tahoma"/>
              </a:rPr>
              <a:t>asks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8840" y="5327681"/>
            <a:ext cx="8867140" cy="977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E4DFDE"/>
                </a:solidFill>
                <a:latin typeface="Tahoma"/>
                <a:cs typeface="Tahoma"/>
              </a:rPr>
              <a:t>This</a:t>
            </a:r>
            <a:r>
              <a:rPr dirty="0" sz="1000" spc="1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E4DFDE"/>
                </a:solidFill>
                <a:latin typeface="Tahoma"/>
                <a:cs typeface="Tahoma"/>
              </a:rPr>
              <a:t>diagram</a:t>
            </a:r>
            <a:r>
              <a:rPr dirty="0" sz="1000" spc="1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E4DFDE"/>
                </a:solidFill>
                <a:latin typeface="Tahoma"/>
                <a:cs typeface="Tahoma"/>
              </a:rPr>
              <a:t>illustrates</a:t>
            </a:r>
            <a:r>
              <a:rPr dirty="0" sz="1000" spc="1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E4DFDE"/>
                </a:solidFill>
                <a:latin typeface="Tahoma"/>
                <a:cs typeface="Tahoma"/>
              </a:rPr>
              <a:t>the</a:t>
            </a:r>
            <a:r>
              <a:rPr dirty="0" sz="1000" spc="1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E4DFDE"/>
                </a:solidFill>
                <a:latin typeface="Tahoma"/>
                <a:cs typeface="Tahoma"/>
              </a:rPr>
              <a:t>sequential</a:t>
            </a:r>
            <a:r>
              <a:rPr dirty="0" sz="1000" spc="1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E4DFDE"/>
                </a:solidFill>
                <a:latin typeface="Tahoma"/>
                <a:cs typeface="Tahoma"/>
              </a:rPr>
              <a:t>steps</a:t>
            </a:r>
            <a:r>
              <a:rPr dirty="0" sz="1000" spc="1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E4DFDE"/>
                </a:solidFill>
                <a:latin typeface="Tahoma"/>
                <a:cs typeface="Tahoma"/>
              </a:rPr>
              <a:t>an</a:t>
            </a:r>
            <a:r>
              <a:rPr dirty="0" sz="1000" spc="1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E4DFDE"/>
                </a:solidFill>
                <a:latin typeface="Tahoma"/>
                <a:cs typeface="Tahoma"/>
              </a:rPr>
              <a:t>AI</a:t>
            </a:r>
            <a:r>
              <a:rPr dirty="0" sz="1000" spc="1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E4DFDE"/>
                </a:solidFill>
                <a:latin typeface="Tahoma"/>
                <a:cs typeface="Tahoma"/>
              </a:rPr>
              <a:t>system</a:t>
            </a:r>
            <a:r>
              <a:rPr dirty="0" sz="1000" spc="1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E4DFDE"/>
                </a:solidFill>
                <a:latin typeface="Tahoma"/>
                <a:cs typeface="Tahoma"/>
              </a:rPr>
              <a:t>takes</a:t>
            </a:r>
            <a:r>
              <a:rPr dirty="0" sz="1000" spc="1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E4DFDE"/>
                </a:solidFill>
                <a:latin typeface="Tahoma"/>
                <a:cs typeface="Tahoma"/>
              </a:rPr>
              <a:t>from</a:t>
            </a:r>
            <a:r>
              <a:rPr dirty="0" sz="1000" spc="1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E4DFDE"/>
                </a:solidFill>
                <a:latin typeface="Tahoma"/>
                <a:cs typeface="Tahoma"/>
              </a:rPr>
              <a:t>receiving</a:t>
            </a:r>
            <a:r>
              <a:rPr dirty="0" sz="1000" spc="1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E4DFDE"/>
                </a:solidFill>
                <a:latin typeface="Tahoma"/>
                <a:cs typeface="Tahoma"/>
              </a:rPr>
              <a:t>a</a:t>
            </a:r>
            <a:r>
              <a:rPr dirty="0" sz="1000" spc="1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E4DFDE"/>
                </a:solidFill>
                <a:latin typeface="Tahoma"/>
                <a:cs typeface="Tahoma"/>
              </a:rPr>
              <a:t>query</a:t>
            </a:r>
            <a:r>
              <a:rPr dirty="0" sz="1000" spc="1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E4DFDE"/>
                </a:solidFill>
                <a:latin typeface="Tahoma"/>
                <a:cs typeface="Tahoma"/>
              </a:rPr>
              <a:t>to</a:t>
            </a:r>
            <a:r>
              <a:rPr dirty="0" sz="1000" spc="1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E4DFDE"/>
                </a:solidFill>
                <a:latin typeface="Tahoma"/>
                <a:cs typeface="Tahoma"/>
              </a:rPr>
              <a:t>formulating</a:t>
            </a:r>
            <a:r>
              <a:rPr dirty="0" sz="1000" spc="1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E4DFDE"/>
                </a:solidFill>
                <a:latin typeface="Tahoma"/>
                <a:cs typeface="Tahoma"/>
              </a:rPr>
              <a:t>a</a:t>
            </a:r>
            <a:r>
              <a:rPr dirty="0" sz="1000" spc="1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E4DFDE"/>
                </a:solidFill>
                <a:latin typeface="Tahoma"/>
                <a:cs typeface="Tahoma"/>
              </a:rPr>
              <a:t>reply.</a:t>
            </a:r>
            <a:endParaRPr sz="1000">
              <a:latin typeface="Tahoma"/>
              <a:cs typeface="Tahoma"/>
            </a:endParaRPr>
          </a:p>
          <a:p>
            <a:pPr marL="12700" marR="4119879">
              <a:lnSpc>
                <a:spcPct val="175000"/>
              </a:lnSpc>
            </a:pPr>
            <a:r>
              <a:rPr dirty="0" sz="1000">
                <a:solidFill>
                  <a:srgbClr val="E4DFDE"/>
                </a:solidFill>
                <a:latin typeface="Tahoma"/>
                <a:cs typeface="Tahoma"/>
              </a:rPr>
              <a:t>Core</a:t>
            </a:r>
            <a:r>
              <a:rPr dirty="0" sz="1000" spc="4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E4DFDE"/>
                </a:solidFill>
                <a:latin typeface="Tahoma"/>
                <a:cs typeface="Tahoma"/>
              </a:rPr>
              <a:t>Concept:</a:t>
            </a:r>
            <a:r>
              <a:rPr dirty="0" sz="1000" spc="4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E4DFDE"/>
                </a:solidFill>
                <a:latin typeface="Tahoma"/>
                <a:cs typeface="Tahoma"/>
              </a:rPr>
              <a:t>AI</a:t>
            </a:r>
            <a:r>
              <a:rPr dirty="0" sz="1000" spc="4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E4DFDE"/>
                </a:solidFill>
                <a:latin typeface="Tahoma"/>
                <a:cs typeface="Tahoma"/>
              </a:rPr>
              <a:t>doesn't</a:t>
            </a:r>
            <a:r>
              <a:rPr dirty="0" sz="1000" spc="4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E4DFDE"/>
                </a:solidFill>
                <a:latin typeface="Tahoma"/>
                <a:cs typeface="Tahoma"/>
              </a:rPr>
              <a:t>"think"</a:t>
            </a:r>
            <a:r>
              <a:rPr dirty="0" sz="1000" spc="5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 spc="80">
                <a:solidFill>
                  <a:srgbClr val="E4DFDE"/>
                </a:solidFill>
                <a:latin typeface="Tahoma"/>
                <a:cs typeface="Tahoma"/>
              </a:rPr>
              <a:t>—</a:t>
            </a:r>
            <a:r>
              <a:rPr dirty="0" sz="1000" spc="4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E4DFDE"/>
                </a:solidFill>
                <a:latin typeface="Tahoma"/>
                <a:cs typeface="Tahoma"/>
              </a:rPr>
              <a:t>AI</a:t>
            </a:r>
            <a:r>
              <a:rPr dirty="0" sz="1000" spc="4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E4DFDE"/>
                </a:solidFill>
                <a:latin typeface="Tahoma"/>
                <a:cs typeface="Tahoma"/>
              </a:rPr>
              <a:t>predicts</a:t>
            </a:r>
            <a:r>
              <a:rPr dirty="0" sz="1000" spc="4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E4DFDE"/>
                </a:solidFill>
                <a:latin typeface="Tahoma"/>
                <a:cs typeface="Tahoma"/>
              </a:rPr>
              <a:t>exactly</a:t>
            </a:r>
            <a:r>
              <a:rPr dirty="0" sz="1000" spc="4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E4DFDE"/>
                </a:solidFill>
                <a:latin typeface="Tahoma"/>
                <a:cs typeface="Tahoma"/>
              </a:rPr>
              <a:t>like</a:t>
            </a:r>
            <a:r>
              <a:rPr dirty="0" sz="1000" spc="5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E4DFDE"/>
                </a:solidFill>
                <a:latin typeface="Tahoma"/>
                <a:cs typeface="Tahoma"/>
              </a:rPr>
              <a:t>Google</a:t>
            </a:r>
            <a:r>
              <a:rPr dirty="0" sz="1000" spc="4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E4DFDE"/>
                </a:solidFill>
                <a:latin typeface="Tahoma"/>
                <a:cs typeface="Tahoma"/>
              </a:rPr>
              <a:t>predicts</a:t>
            </a:r>
            <a:r>
              <a:rPr dirty="0" sz="1000" spc="4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E4DFDE"/>
                </a:solidFill>
                <a:latin typeface="Tahoma"/>
                <a:cs typeface="Tahoma"/>
              </a:rPr>
              <a:t>search </a:t>
            </a:r>
            <a:r>
              <a:rPr dirty="0" sz="1000">
                <a:solidFill>
                  <a:srgbClr val="E4DFDE"/>
                </a:solidFill>
                <a:latin typeface="Tahoma"/>
                <a:cs typeface="Tahoma"/>
              </a:rPr>
              <a:t>Tokens:</a:t>
            </a:r>
            <a:r>
              <a:rPr dirty="0" sz="1000" spc="3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E4DFDE"/>
                </a:solidFill>
                <a:latin typeface="Tahoma"/>
                <a:cs typeface="Tahoma"/>
              </a:rPr>
              <a:t>AI</a:t>
            </a:r>
            <a:r>
              <a:rPr dirty="0" sz="1000" spc="3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E4DFDE"/>
                </a:solidFill>
                <a:latin typeface="Tahoma"/>
                <a:cs typeface="Tahoma"/>
              </a:rPr>
              <a:t>doesn't</a:t>
            </a:r>
            <a:r>
              <a:rPr dirty="0" sz="1000" spc="3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E4DFDE"/>
                </a:solidFill>
                <a:latin typeface="Tahoma"/>
                <a:cs typeface="Tahoma"/>
              </a:rPr>
              <a:t>read</a:t>
            </a:r>
            <a:r>
              <a:rPr dirty="0" sz="1000" spc="3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E4DFDE"/>
                </a:solidFill>
                <a:latin typeface="Tahoma"/>
                <a:cs typeface="Tahoma"/>
              </a:rPr>
              <a:t>full</a:t>
            </a:r>
            <a:r>
              <a:rPr dirty="0" sz="1000" spc="3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E4DFDE"/>
                </a:solidFill>
                <a:latin typeface="Tahoma"/>
                <a:cs typeface="Tahoma"/>
              </a:rPr>
              <a:t>sentences;</a:t>
            </a:r>
            <a:r>
              <a:rPr dirty="0" sz="1000" spc="3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E4DFDE"/>
                </a:solidFill>
                <a:latin typeface="Tahoma"/>
                <a:cs typeface="Tahoma"/>
              </a:rPr>
              <a:t>it</a:t>
            </a:r>
            <a:r>
              <a:rPr dirty="0" sz="1000" spc="3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E4DFDE"/>
                </a:solidFill>
                <a:latin typeface="Tahoma"/>
                <a:cs typeface="Tahoma"/>
              </a:rPr>
              <a:t>reads</a:t>
            </a:r>
            <a:r>
              <a:rPr dirty="0" sz="1000" spc="3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E4DFDE"/>
                </a:solidFill>
                <a:latin typeface="Tahoma"/>
                <a:cs typeface="Tahoma"/>
              </a:rPr>
              <a:t>small</a:t>
            </a:r>
            <a:r>
              <a:rPr dirty="0" sz="1000" spc="3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E4DFDE"/>
                </a:solidFill>
                <a:latin typeface="Tahoma"/>
                <a:cs typeface="Tahoma"/>
              </a:rPr>
              <a:t>pieces</a:t>
            </a:r>
            <a:r>
              <a:rPr dirty="0" sz="1000" spc="3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E4DFDE"/>
                </a:solidFill>
                <a:latin typeface="Tahoma"/>
                <a:cs typeface="Tahoma"/>
              </a:rPr>
              <a:t>called</a:t>
            </a:r>
            <a:r>
              <a:rPr dirty="0" sz="1000" spc="3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E4DFDE"/>
                </a:solidFill>
                <a:latin typeface="Tahoma"/>
                <a:cs typeface="Tahoma"/>
              </a:rPr>
              <a:t>Tokens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1000">
                <a:solidFill>
                  <a:srgbClr val="E4DFDE"/>
                </a:solidFill>
                <a:latin typeface="Tahoma"/>
                <a:cs typeface="Tahoma"/>
              </a:rPr>
              <a:t>Context Window: </a:t>
            </a:r>
            <a:r>
              <a:rPr dirty="0" sz="1000" spc="-30">
                <a:solidFill>
                  <a:srgbClr val="E4DFDE"/>
                </a:solidFill>
                <a:latin typeface="Tahoma"/>
                <a:cs typeface="Tahoma"/>
              </a:rPr>
              <a:t>AI</a:t>
            </a:r>
            <a:r>
              <a:rPr dirty="0" sz="1000">
                <a:solidFill>
                  <a:srgbClr val="E4DFDE"/>
                </a:solidFill>
                <a:latin typeface="Tahoma"/>
                <a:cs typeface="Tahoma"/>
              </a:rPr>
              <a:t> has memory limits for</a:t>
            </a:r>
            <a:r>
              <a:rPr dirty="0" sz="1000" spc="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E4DFDE"/>
                </a:solidFill>
                <a:latin typeface="Tahoma"/>
                <a:cs typeface="Tahoma"/>
              </a:rPr>
              <a:t>how much information </a:t>
            </a:r>
            <a:r>
              <a:rPr dirty="0" sz="1000" spc="-10">
                <a:solidFill>
                  <a:srgbClr val="E4DFDE"/>
                </a:solidFill>
                <a:latin typeface="Tahoma"/>
                <a:cs typeface="Tahoma"/>
              </a:rPr>
              <a:t>it</a:t>
            </a:r>
            <a:r>
              <a:rPr dirty="0" sz="1000">
                <a:solidFill>
                  <a:srgbClr val="E4DFDE"/>
                </a:solidFill>
                <a:latin typeface="Tahoma"/>
                <a:cs typeface="Tahoma"/>
              </a:rPr>
              <a:t> can remember </a:t>
            </a:r>
            <a:r>
              <a:rPr dirty="0" sz="1000" spc="-10">
                <a:solidFill>
                  <a:srgbClr val="E4DFDE"/>
                </a:solidFill>
                <a:latin typeface="Tahoma"/>
                <a:cs typeface="Tahoma"/>
              </a:rPr>
              <a:t>at</a:t>
            </a:r>
            <a:r>
              <a:rPr dirty="0" sz="1000" spc="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E4DFDE"/>
                </a:solidFill>
                <a:latin typeface="Tahoma"/>
                <a:cs typeface="Tahoma"/>
              </a:rPr>
              <a:t>once, similar to a teacher trying to</a:t>
            </a:r>
            <a:r>
              <a:rPr dirty="0" sz="1000" spc="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E4DFDE"/>
                </a:solidFill>
                <a:latin typeface="Tahoma"/>
                <a:cs typeface="Tahoma"/>
              </a:rPr>
              <a:t>remember 1000 student </a:t>
            </a:r>
            <a:r>
              <a:rPr dirty="0" sz="1000" spc="-10">
                <a:solidFill>
                  <a:srgbClr val="E4DFDE"/>
                </a:solidFill>
                <a:latin typeface="Tahoma"/>
                <a:cs typeface="Tahoma"/>
              </a:rPr>
              <a:t>questions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0" name="object 10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8840" y="591375"/>
            <a:ext cx="2258060" cy="31813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900" spc="-100"/>
              <a:t>Prompt</a:t>
            </a:r>
            <a:r>
              <a:rPr dirty="0" sz="1900" spc="-190"/>
              <a:t> </a:t>
            </a:r>
            <a:r>
              <a:rPr dirty="0" sz="1900" spc="-65"/>
              <a:t>Engineering</a:t>
            </a:r>
            <a:endParaRPr sz="1900"/>
          </a:p>
        </p:txBody>
      </p:sp>
      <p:sp>
        <p:nvSpPr>
          <p:cNvPr id="3" name="object 3"/>
          <p:cNvSpPr txBox="1"/>
          <p:nvPr/>
        </p:nvSpPr>
        <p:spPr>
          <a:xfrm>
            <a:off x="648840" y="994759"/>
            <a:ext cx="5531485" cy="1428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50" spc="10">
                <a:solidFill>
                  <a:srgbClr val="E4DFDE"/>
                </a:solidFill>
                <a:latin typeface="Tahoma"/>
                <a:cs typeface="Tahoma"/>
              </a:rPr>
              <a:t>Understanding the difference between an unrefined query and a well-crafted instruction is key to unlocking</a:t>
            </a:r>
            <a:r>
              <a:rPr dirty="0" sz="750" spc="1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 spc="10">
                <a:solidFill>
                  <a:srgbClr val="E4DFDE"/>
                </a:solidFill>
                <a:latin typeface="Tahoma"/>
                <a:cs typeface="Tahoma"/>
              </a:rPr>
              <a:t>AI's full </a:t>
            </a:r>
            <a:r>
              <a:rPr dirty="0" sz="750" spc="-10">
                <a:solidFill>
                  <a:srgbClr val="E4DFDE"/>
                </a:solidFill>
                <a:latin typeface="Tahoma"/>
                <a:cs typeface="Tahoma"/>
              </a:rPr>
              <a:t>potential.</a:t>
            </a:r>
            <a:endParaRPr sz="75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7225" y="1190625"/>
            <a:ext cx="5267324" cy="29622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48840" y="4212018"/>
            <a:ext cx="2559050" cy="45910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00" b="1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dirty="0" sz="1500" spc="-15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500" spc="-70" b="1">
                <a:solidFill>
                  <a:srgbClr val="FFFFFF"/>
                </a:solidFill>
                <a:latin typeface="Tahoma"/>
                <a:cs typeface="Tahoma"/>
              </a:rPr>
              <a:t>Prompt</a:t>
            </a:r>
            <a:r>
              <a:rPr dirty="0" sz="1500" spc="-14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Tahoma"/>
                <a:cs typeface="Tahoma"/>
              </a:rPr>
              <a:t>Formula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750">
                <a:solidFill>
                  <a:srgbClr val="E4DFDE"/>
                </a:solidFill>
                <a:latin typeface="Tahoma"/>
                <a:cs typeface="Tahoma"/>
              </a:rPr>
              <a:t>An</a:t>
            </a:r>
            <a:r>
              <a:rPr dirty="0" sz="750" spc="4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E4DFDE"/>
                </a:solidFill>
                <a:latin typeface="Tahoma"/>
                <a:cs typeface="Tahoma"/>
              </a:rPr>
              <a:t>effective</a:t>
            </a:r>
            <a:r>
              <a:rPr dirty="0" sz="750" spc="4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E4DFDE"/>
                </a:solidFill>
                <a:latin typeface="Tahoma"/>
                <a:cs typeface="Tahoma"/>
              </a:rPr>
              <a:t>prompt</a:t>
            </a:r>
            <a:r>
              <a:rPr dirty="0" sz="750" spc="4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E4DFDE"/>
                </a:solidFill>
                <a:latin typeface="Tahoma"/>
                <a:cs typeface="Tahoma"/>
              </a:rPr>
              <a:t>guides</a:t>
            </a:r>
            <a:r>
              <a:rPr dirty="0" sz="750" spc="4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E4DFDE"/>
                </a:solidFill>
                <a:latin typeface="Tahoma"/>
                <a:cs typeface="Tahoma"/>
              </a:rPr>
              <a:t>the</a:t>
            </a:r>
            <a:r>
              <a:rPr dirty="0" sz="750" spc="4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 spc="-10">
                <a:solidFill>
                  <a:srgbClr val="E4DFDE"/>
                </a:solidFill>
                <a:latin typeface="Tahoma"/>
                <a:cs typeface="Tahoma"/>
              </a:rPr>
              <a:t>AI</a:t>
            </a:r>
            <a:r>
              <a:rPr dirty="0" sz="750" spc="4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E4DFDE"/>
                </a:solidFill>
                <a:latin typeface="Tahoma"/>
                <a:cs typeface="Tahoma"/>
              </a:rPr>
              <a:t>with</a:t>
            </a:r>
            <a:r>
              <a:rPr dirty="0" sz="750" spc="4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E4DFDE"/>
                </a:solidFill>
                <a:latin typeface="Tahoma"/>
                <a:cs typeface="Tahoma"/>
              </a:rPr>
              <a:t>clear</a:t>
            </a:r>
            <a:r>
              <a:rPr dirty="0" sz="750" spc="4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 spc="-10">
                <a:solidFill>
                  <a:srgbClr val="E4DFDE"/>
                </a:solidFill>
                <a:latin typeface="Tahoma"/>
                <a:cs typeface="Tahoma"/>
              </a:rPr>
              <a:t>components:</a:t>
            </a:r>
            <a:endParaRPr sz="75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57224" y="4714874"/>
            <a:ext cx="3590925" cy="295275"/>
            <a:chOff x="657224" y="4714874"/>
            <a:chExt cx="3590925" cy="295275"/>
          </a:xfrm>
        </p:grpSpPr>
        <p:sp>
          <p:nvSpPr>
            <p:cNvPr id="7" name="object 7"/>
            <p:cNvSpPr/>
            <p:nvPr/>
          </p:nvSpPr>
          <p:spPr>
            <a:xfrm>
              <a:off x="661987" y="4719637"/>
              <a:ext cx="3581400" cy="285750"/>
            </a:xfrm>
            <a:custGeom>
              <a:avLst/>
              <a:gdLst/>
              <a:ahLst/>
              <a:cxnLst/>
              <a:rect l="l" t="t" r="r" b="b"/>
              <a:pathLst>
                <a:path w="3581400" h="285750">
                  <a:moveTo>
                    <a:pt x="3438524" y="285749"/>
                  </a:moveTo>
                  <a:lnTo>
                    <a:pt x="142874" y="285749"/>
                  </a:lnTo>
                  <a:lnTo>
                    <a:pt x="135855" y="285578"/>
                  </a:lnTo>
                  <a:lnTo>
                    <a:pt x="94749" y="277400"/>
                  </a:lnTo>
                  <a:lnTo>
                    <a:pt x="57756" y="257628"/>
                  </a:lnTo>
                  <a:lnTo>
                    <a:pt x="28120" y="227992"/>
                  </a:lnTo>
                  <a:lnTo>
                    <a:pt x="8348" y="190999"/>
                  </a:lnTo>
                  <a:lnTo>
                    <a:pt x="171" y="149893"/>
                  </a:lnTo>
                  <a:lnTo>
                    <a:pt x="0" y="142874"/>
                  </a:lnTo>
                  <a:lnTo>
                    <a:pt x="171" y="135855"/>
                  </a:lnTo>
                  <a:lnTo>
                    <a:pt x="8348" y="94749"/>
                  </a:lnTo>
                  <a:lnTo>
                    <a:pt x="28120" y="57756"/>
                  </a:lnTo>
                  <a:lnTo>
                    <a:pt x="57756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3438524" y="0"/>
                  </a:lnTo>
                  <a:lnTo>
                    <a:pt x="3479998" y="6150"/>
                  </a:lnTo>
                  <a:lnTo>
                    <a:pt x="3517901" y="24078"/>
                  </a:lnTo>
                  <a:lnTo>
                    <a:pt x="3548969" y="52234"/>
                  </a:lnTo>
                  <a:lnTo>
                    <a:pt x="3570523" y="88198"/>
                  </a:lnTo>
                  <a:lnTo>
                    <a:pt x="3580713" y="128870"/>
                  </a:lnTo>
                  <a:lnTo>
                    <a:pt x="3581399" y="142874"/>
                  </a:lnTo>
                  <a:lnTo>
                    <a:pt x="3581227" y="149893"/>
                  </a:lnTo>
                  <a:lnTo>
                    <a:pt x="3573051" y="190999"/>
                  </a:lnTo>
                  <a:lnTo>
                    <a:pt x="3553278" y="227992"/>
                  </a:lnTo>
                  <a:lnTo>
                    <a:pt x="3523642" y="257627"/>
                  </a:lnTo>
                  <a:lnTo>
                    <a:pt x="3486649" y="277400"/>
                  </a:lnTo>
                  <a:lnTo>
                    <a:pt x="3445543" y="285578"/>
                  </a:lnTo>
                  <a:lnTo>
                    <a:pt x="3438524" y="285749"/>
                  </a:lnTo>
                  <a:close/>
                </a:path>
              </a:pathLst>
            </a:custGeom>
            <a:solidFill>
              <a:srgbClr val="11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61987" y="4719637"/>
              <a:ext cx="3581400" cy="285750"/>
            </a:xfrm>
            <a:custGeom>
              <a:avLst/>
              <a:gdLst/>
              <a:ahLst/>
              <a:cxnLst/>
              <a:rect l="l" t="t" r="r" b="b"/>
              <a:pathLst>
                <a:path w="3581400" h="285750">
                  <a:moveTo>
                    <a:pt x="0" y="142874"/>
                  </a:moveTo>
                  <a:lnTo>
                    <a:pt x="6150" y="101399"/>
                  </a:lnTo>
                  <a:lnTo>
                    <a:pt x="24078" y="63497"/>
                  </a:lnTo>
                  <a:lnTo>
                    <a:pt x="52234" y="32429"/>
                  </a:lnTo>
                  <a:lnTo>
                    <a:pt x="88198" y="10875"/>
                  </a:lnTo>
                  <a:lnTo>
                    <a:pt x="128870" y="686"/>
                  </a:lnTo>
                  <a:lnTo>
                    <a:pt x="142874" y="0"/>
                  </a:lnTo>
                  <a:lnTo>
                    <a:pt x="3438524" y="0"/>
                  </a:lnTo>
                  <a:lnTo>
                    <a:pt x="3479998" y="6150"/>
                  </a:lnTo>
                  <a:lnTo>
                    <a:pt x="3517901" y="24078"/>
                  </a:lnTo>
                  <a:lnTo>
                    <a:pt x="3548969" y="52234"/>
                  </a:lnTo>
                  <a:lnTo>
                    <a:pt x="3570523" y="88198"/>
                  </a:lnTo>
                  <a:lnTo>
                    <a:pt x="3580713" y="128870"/>
                  </a:lnTo>
                  <a:lnTo>
                    <a:pt x="3581399" y="142874"/>
                  </a:lnTo>
                  <a:lnTo>
                    <a:pt x="3581227" y="149893"/>
                  </a:lnTo>
                  <a:lnTo>
                    <a:pt x="3573051" y="190999"/>
                  </a:lnTo>
                  <a:lnTo>
                    <a:pt x="3553278" y="227992"/>
                  </a:lnTo>
                  <a:lnTo>
                    <a:pt x="3523642" y="257627"/>
                  </a:lnTo>
                  <a:lnTo>
                    <a:pt x="3486649" y="277400"/>
                  </a:lnTo>
                  <a:lnTo>
                    <a:pt x="3445543" y="285578"/>
                  </a:lnTo>
                  <a:lnTo>
                    <a:pt x="3438524" y="285749"/>
                  </a:lnTo>
                  <a:lnTo>
                    <a:pt x="142874" y="285749"/>
                  </a:lnTo>
                  <a:lnTo>
                    <a:pt x="101400" y="279598"/>
                  </a:lnTo>
                  <a:lnTo>
                    <a:pt x="63497" y="261670"/>
                  </a:lnTo>
                  <a:lnTo>
                    <a:pt x="32429" y="233514"/>
                  </a:lnTo>
                  <a:lnTo>
                    <a:pt x="10875" y="197550"/>
                  </a:lnTo>
                  <a:lnTo>
                    <a:pt x="686" y="156879"/>
                  </a:lnTo>
                  <a:lnTo>
                    <a:pt x="0" y="142874"/>
                  </a:lnTo>
                  <a:close/>
                </a:path>
              </a:pathLst>
            </a:custGeom>
            <a:ln w="9524">
              <a:solidFill>
                <a:srgbClr val="2918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746174" y="4987390"/>
            <a:ext cx="1086485" cy="379095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950" spc="-20" b="1">
                <a:solidFill>
                  <a:srgbClr val="E4DFDE"/>
                </a:solidFill>
                <a:latin typeface="Tahoma"/>
                <a:cs typeface="Tahoma"/>
              </a:rPr>
              <a:t>Role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z="750">
                <a:solidFill>
                  <a:srgbClr val="E4DFDE"/>
                </a:solidFill>
                <a:latin typeface="Tahoma"/>
                <a:cs typeface="Tahoma"/>
              </a:rPr>
              <a:t>Define</a:t>
            </a:r>
            <a:r>
              <a:rPr dirty="0" sz="750" spc="2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E4DFDE"/>
                </a:solidFill>
                <a:latin typeface="Tahoma"/>
                <a:cs typeface="Tahoma"/>
              </a:rPr>
              <a:t>the</a:t>
            </a:r>
            <a:r>
              <a:rPr dirty="0" sz="750" spc="3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E4DFDE"/>
                </a:solidFill>
                <a:latin typeface="Tahoma"/>
                <a:cs typeface="Tahoma"/>
              </a:rPr>
              <a:t>AI's</a:t>
            </a:r>
            <a:r>
              <a:rPr dirty="0" sz="750" spc="3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 spc="-10">
                <a:solidFill>
                  <a:srgbClr val="E4DFDE"/>
                </a:solidFill>
                <a:latin typeface="Tahoma"/>
                <a:cs typeface="Tahoma"/>
              </a:rPr>
              <a:t>persona.</a:t>
            </a:r>
            <a:endParaRPr sz="75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305299" y="4714874"/>
            <a:ext cx="3581400" cy="295275"/>
            <a:chOff x="4305299" y="4714874"/>
            <a:chExt cx="3581400" cy="295275"/>
          </a:xfrm>
        </p:grpSpPr>
        <p:sp>
          <p:nvSpPr>
            <p:cNvPr id="11" name="object 11"/>
            <p:cNvSpPr/>
            <p:nvPr/>
          </p:nvSpPr>
          <p:spPr>
            <a:xfrm>
              <a:off x="4310062" y="4719637"/>
              <a:ext cx="3571875" cy="285750"/>
            </a:xfrm>
            <a:custGeom>
              <a:avLst/>
              <a:gdLst/>
              <a:ahLst/>
              <a:cxnLst/>
              <a:rect l="l" t="t" r="r" b="b"/>
              <a:pathLst>
                <a:path w="3571875" h="285750">
                  <a:moveTo>
                    <a:pt x="3428999" y="285749"/>
                  </a:moveTo>
                  <a:lnTo>
                    <a:pt x="142874" y="285749"/>
                  </a:lnTo>
                  <a:lnTo>
                    <a:pt x="135855" y="285578"/>
                  </a:lnTo>
                  <a:lnTo>
                    <a:pt x="94749" y="277400"/>
                  </a:lnTo>
                  <a:lnTo>
                    <a:pt x="57756" y="257628"/>
                  </a:lnTo>
                  <a:lnTo>
                    <a:pt x="28120" y="227992"/>
                  </a:lnTo>
                  <a:lnTo>
                    <a:pt x="8347" y="190999"/>
                  </a:lnTo>
                  <a:lnTo>
                    <a:pt x="171" y="149893"/>
                  </a:lnTo>
                  <a:lnTo>
                    <a:pt x="0" y="142874"/>
                  </a:lnTo>
                  <a:lnTo>
                    <a:pt x="171" y="135855"/>
                  </a:lnTo>
                  <a:lnTo>
                    <a:pt x="8347" y="94749"/>
                  </a:lnTo>
                  <a:lnTo>
                    <a:pt x="28120" y="57756"/>
                  </a:lnTo>
                  <a:lnTo>
                    <a:pt x="57756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3428999" y="0"/>
                  </a:lnTo>
                  <a:lnTo>
                    <a:pt x="3470473" y="6150"/>
                  </a:lnTo>
                  <a:lnTo>
                    <a:pt x="3508375" y="24078"/>
                  </a:lnTo>
                  <a:lnTo>
                    <a:pt x="3539444" y="52234"/>
                  </a:lnTo>
                  <a:lnTo>
                    <a:pt x="3560997" y="88198"/>
                  </a:lnTo>
                  <a:lnTo>
                    <a:pt x="3571187" y="128870"/>
                  </a:lnTo>
                  <a:lnTo>
                    <a:pt x="3571874" y="142874"/>
                  </a:lnTo>
                  <a:lnTo>
                    <a:pt x="3571702" y="149893"/>
                  </a:lnTo>
                  <a:lnTo>
                    <a:pt x="3563525" y="190999"/>
                  </a:lnTo>
                  <a:lnTo>
                    <a:pt x="3543752" y="227992"/>
                  </a:lnTo>
                  <a:lnTo>
                    <a:pt x="3514116" y="257627"/>
                  </a:lnTo>
                  <a:lnTo>
                    <a:pt x="3477124" y="277400"/>
                  </a:lnTo>
                  <a:lnTo>
                    <a:pt x="3436018" y="285578"/>
                  </a:lnTo>
                  <a:lnTo>
                    <a:pt x="3428999" y="285749"/>
                  </a:lnTo>
                  <a:close/>
                </a:path>
              </a:pathLst>
            </a:custGeom>
            <a:solidFill>
              <a:srgbClr val="11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310062" y="4719637"/>
              <a:ext cx="3571875" cy="285750"/>
            </a:xfrm>
            <a:custGeom>
              <a:avLst/>
              <a:gdLst/>
              <a:ahLst/>
              <a:cxnLst/>
              <a:rect l="l" t="t" r="r" b="b"/>
              <a:pathLst>
                <a:path w="3571875" h="285750">
                  <a:moveTo>
                    <a:pt x="0" y="142874"/>
                  </a:moveTo>
                  <a:lnTo>
                    <a:pt x="6150" y="101399"/>
                  </a:lnTo>
                  <a:lnTo>
                    <a:pt x="24078" y="63497"/>
                  </a:lnTo>
                  <a:lnTo>
                    <a:pt x="52234" y="32429"/>
                  </a:lnTo>
                  <a:lnTo>
                    <a:pt x="88198" y="10875"/>
                  </a:lnTo>
                  <a:lnTo>
                    <a:pt x="128870" y="686"/>
                  </a:lnTo>
                  <a:lnTo>
                    <a:pt x="142874" y="0"/>
                  </a:lnTo>
                  <a:lnTo>
                    <a:pt x="3428999" y="0"/>
                  </a:lnTo>
                  <a:lnTo>
                    <a:pt x="3470473" y="6150"/>
                  </a:lnTo>
                  <a:lnTo>
                    <a:pt x="3508375" y="24078"/>
                  </a:lnTo>
                  <a:lnTo>
                    <a:pt x="3539444" y="52234"/>
                  </a:lnTo>
                  <a:lnTo>
                    <a:pt x="3560997" y="88198"/>
                  </a:lnTo>
                  <a:lnTo>
                    <a:pt x="3571187" y="128870"/>
                  </a:lnTo>
                  <a:lnTo>
                    <a:pt x="3571874" y="142874"/>
                  </a:lnTo>
                  <a:lnTo>
                    <a:pt x="3571702" y="149893"/>
                  </a:lnTo>
                  <a:lnTo>
                    <a:pt x="3563525" y="190999"/>
                  </a:lnTo>
                  <a:lnTo>
                    <a:pt x="3543752" y="227992"/>
                  </a:lnTo>
                  <a:lnTo>
                    <a:pt x="3514116" y="257627"/>
                  </a:lnTo>
                  <a:lnTo>
                    <a:pt x="3477124" y="277400"/>
                  </a:lnTo>
                  <a:lnTo>
                    <a:pt x="3436018" y="285578"/>
                  </a:lnTo>
                  <a:lnTo>
                    <a:pt x="3428999" y="285749"/>
                  </a:lnTo>
                  <a:lnTo>
                    <a:pt x="142874" y="285749"/>
                  </a:lnTo>
                  <a:lnTo>
                    <a:pt x="101399" y="279598"/>
                  </a:lnTo>
                  <a:lnTo>
                    <a:pt x="63497" y="261670"/>
                  </a:lnTo>
                  <a:lnTo>
                    <a:pt x="32429" y="233514"/>
                  </a:lnTo>
                  <a:lnTo>
                    <a:pt x="10875" y="197550"/>
                  </a:lnTo>
                  <a:lnTo>
                    <a:pt x="686" y="156879"/>
                  </a:lnTo>
                  <a:lnTo>
                    <a:pt x="0" y="142874"/>
                  </a:lnTo>
                  <a:close/>
                </a:path>
              </a:pathLst>
            </a:custGeom>
            <a:ln w="9524">
              <a:solidFill>
                <a:srgbClr val="2918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4385766" y="4987390"/>
            <a:ext cx="1426210" cy="379095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950" spc="-20" b="1">
                <a:solidFill>
                  <a:srgbClr val="E4DFDE"/>
                </a:solidFill>
                <a:latin typeface="Tahoma"/>
                <a:cs typeface="Tahoma"/>
              </a:rPr>
              <a:t>Task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z="750" spc="10">
                <a:solidFill>
                  <a:srgbClr val="E4DFDE"/>
                </a:solidFill>
                <a:latin typeface="Tahoma"/>
                <a:cs typeface="Tahoma"/>
              </a:rPr>
              <a:t>Specify</a:t>
            </a:r>
            <a:r>
              <a:rPr dirty="0" sz="750" spc="2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 spc="10">
                <a:solidFill>
                  <a:srgbClr val="E4DFDE"/>
                </a:solidFill>
                <a:latin typeface="Tahoma"/>
                <a:cs typeface="Tahoma"/>
              </a:rPr>
              <a:t>what</a:t>
            </a:r>
            <a:r>
              <a:rPr dirty="0" sz="750" spc="3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 spc="10">
                <a:solidFill>
                  <a:srgbClr val="E4DFDE"/>
                </a:solidFill>
                <a:latin typeface="Tahoma"/>
                <a:cs typeface="Tahoma"/>
              </a:rPr>
              <a:t>needs</a:t>
            </a:r>
            <a:r>
              <a:rPr dirty="0" sz="750" spc="3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 spc="10">
                <a:solidFill>
                  <a:srgbClr val="E4DFDE"/>
                </a:solidFill>
                <a:latin typeface="Tahoma"/>
                <a:cs typeface="Tahoma"/>
              </a:rPr>
              <a:t>to</a:t>
            </a:r>
            <a:r>
              <a:rPr dirty="0" sz="750" spc="3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 spc="10">
                <a:solidFill>
                  <a:srgbClr val="E4DFDE"/>
                </a:solidFill>
                <a:latin typeface="Tahoma"/>
                <a:cs typeface="Tahoma"/>
              </a:rPr>
              <a:t>be</a:t>
            </a:r>
            <a:r>
              <a:rPr dirty="0" sz="750" spc="2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 spc="-20">
                <a:solidFill>
                  <a:srgbClr val="E4DFDE"/>
                </a:solidFill>
                <a:latin typeface="Tahoma"/>
                <a:cs typeface="Tahoma"/>
              </a:rPr>
              <a:t>done.</a:t>
            </a:r>
            <a:endParaRPr sz="75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943849" y="4714874"/>
            <a:ext cx="3590925" cy="295275"/>
            <a:chOff x="7943849" y="4714874"/>
            <a:chExt cx="3590925" cy="295275"/>
          </a:xfrm>
        </p:grpSpPr>
        <p:sp>
          <p:nvSpPr>
            <p:cNvPr id="15" name="object 15"/>
            <p:cNvSpPr/>
            <p:nvPr/>
          </p:nvSpPr>
          <p:spPr>
            <a:xfrm>
              <a:off x="7948611" y="4719637"/>
              <a:ext cx="3581400" cy="285750"/>
            </a:xfrm>
            <a:custGeom>
              <a:avLst/>
              <a:gdLst/>
              <a:ahLst/>
              <a:cxnLst/>
              <a:rect l="l" t="t" r="r" b="b"/>
              <a:pathLst>
                <a:path w="3581400" h="285750">
                  <a:moveTo>
                    <a:pt x="3438524" y="285749"/>
                  </a:moveTo>
                  <a:lnTo>
                    <a:pt x="142874" y="285749"/>
                  </a:lnTo>
                  <a:lnTo>
                    <a:pt x="135855" y="285578"/>
                  </a:lnTo>
                  <a:lnTo>
                    <a:pt x="94749" y="277400"/>
                  </a:lnTo>
                  <a:lnTo>
                    <a:pt x="57756" y="257628"/>
                  </a:lnTo>
                  <a:lnTo>
                    <a:pt x="28119" y="227992"/>
                  </a:lnTo>
                  <a:lnTo>
                    <a:pt x="8346" y="190999"/>
                  </a:lnTo>
                  <a:lnTo>
                    <a:pt x="171" y="149893"/>
                  </a:lnTo>
                  <a:lnTo>
                    <a:pt x="0" y="142874"/>
                  </a:lnTo>
                  <a:lnTo>
                    <a:pt x="171" y="135855"/>
                  </a:lnTo>
                  <a:lnTo>
                    <a:pt x="8346" y="94749"/>
                  </a:lnTo>
                  <a:lnTo>
                    <a:pt x="28119" y="57756"/>
                  </a:lnTo>
                  <a:lnTo>
                    <a:pt x="57756" y="28120"/>
                  </a:lnTo>
                  <a:lnTo>
                    <a:pt x="94748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3438524" y="0"/>
                  </a:lnTo>
                  <a:lnTo>
                    <a:pt x="3479997" y="6150"/>
                  </a:lnTo>
                  <a:lnTo>
                    <a:pt x="3517900" y="24078"/>
                  </a:lnTo>
                  <a:lnTo>
                    <a:pt x="3548967" y="52234"/>
                  </a:lnTo>
                  <a:lnTo>
                    <a:pt x="3570521" y="88198"/>
                  </a:lnTo>
                  <a:lnTo>
                    <a:pt x="3580711" y="128870"/>
                  </a:lnTo>
                  <a:lnTo>
                    <a:pt x="3581399" y="142874"/>
                  </a:lnTo>
                  <a:lnTo>
                    <a:pt x="3581227" y="149893"/>
                  </a:lnTo>
                  <a:lnTo>
                    <a:pt x="3573048" y="190999"/>
                  </a:lnTo>
                  <a:lnTo>
                    <a:pt x="3553276" y="227992"/>
                  </a:lnTo>
                  <a:lnTo>
                    <a:pt x="3523641" y="257627"/>
                  </a:lnTo>
                  <a:lnTo>
                    <a:pt x="3486648" y="277400"/>
                  </a:lnTo>
                  <a:lnTo>
                    <a:pt x="3445543" y="285578"/>
                  </a:lnTo>
                  <a:lnTo>
                    <a:pt x="3438524" y="285749"/>
                  </a:lnTo>
                  <a:close/>
                </a:path>
              </a:pathLst>
            </a:custGeom>
            <a:solidFill>
              <a:srgbClr val="11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948611" y="4719637"/>
              <a:ext cx="3581400" cy="285750"/>
            </a:xfrm>
            <a:custGeom>
              <a:avLst/>
              <a:gdLst/>
              <a:ahLst/>
              <a:cxnLst/>
              <a:rect l="l" t="t" r="r" b="b"/>
              <a:pathLst>
                <a:path w="3581400" h="285750">
                  <a:moveTo>
                    <a:pt x="0" y="142874"/>
                  </a:moveTo>
                  <a:lnTo>
                    <a:pt x="6149" y="101399"/>
                  </a:lnTo>
                  <a:lnTo>
                    <a:pt x="24077" y="63497"/>
                  </a:lnTo>
                  <a:lnTo>
                    <a:pt x="52234" y="32429"/>
                  </a:lnTo>
                  <a:lnTo>
                    <a:pt x="88198" y="10875"/>
                  </a:lnTo>
                  <a:lnTo>
                    <a:pt x="128870" y="686"/>
                  </a:lnTo>
                  <a:lnTo>
                    <a:pt x="142874" y="0"/>
                  </a:lnTo>
                  <a:lnTo>
                    <a:pt x="3438524" y="0"/>
                  </a:lnTo>
                  <a:lnTo>
                    <a:pt x="3479997" y="6150"/>
                  </a:lnTo>
                  <a:lnTo>
                    <a:pt x="3517900" y="24078"/>
                  </a:lnTo>
                  <a:lnTo>
                    <a:pt x="3548967" y="52234"/>
                  </a:lnTo>
                  <a:lnTo>
                    <a:pt x="3570521" y="88198"/>
                  </a:lnTo>
                  <a:lnTo>
                    <a:pt x="3580711" y="128870"/>
                  </a:lnTo>
                  <a:lnTo>
                    <a:pt x="3581399" y="142874"/>
                  </a:lnTo>
                  <a:lnTo>
                    <a:pt x="3581227" y="149893"/>
                  </a:lnTo>
                  <a:lnTo>
                    <a:pt x="3573048" y="190999"/>
                  </a:lnTo>
                  <a:lnTo>
                    <a:pt x="3553276" y="227992"/>
                  </a:lnTo>
                  <a:lnTo>
                    <a:pt x="3523641" y="257627"/>
                  </a:lnTo>
                  <a:lnTo>
                    <a:pt x="3486648" y="277400"/>
                  </a:lnTo>
                  <a:lnTo>
                    <a:pt x="3445543" y="285578"/>
                  </a:lnTo>
                  <a:lnTo>
                    <a:pt x="3438524" y="285749"/>
                  </a:lnTo>
                  <a:lnTo>
                    <a:pt x="142874" y="285749"/>
                  </a:lnTo>
                  <a:lnTo>
                    <a:pt x="101399" y="279598"/>
                  </a:lnTo>
                  <a:lnTo>
                    <a:pt x="63497" y="261670"/>
                  </a:lnTo>
                  <a:lnTo>
                    <a:pt x="32428" y="233514"/>
                  </a:lnTo>
                  <a:lnTo>
                    <a:pt x="10874" y="197550"/>
                  </a:lnTo>
                  <a:lnTo>
                    <a:pt x="685" y="156879"/>
                  </a:lnTo>
                  <a:lnTo>
                    <a:pt x="0" y="142874"/>
                  </a:lnTo>
                  <a:close/>
                </a:path>
              </a:pathLst>
            </a:custGeom>
            <a:ln w="9524">
              <a:solidFill>
                <a:srgbClr val="2918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8025507" y="4987390"/>
            <a:ext cx="1235710" cy="379095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950" spc="-10" b="1">
                <a:solidFill>
                  <a:srgbClr val="E4DFDE"/>
                </a:solidFill>
                <a:latin typeface="Tahoma"/>
                <a:cs typeface="Tahoma"/>
              </a:rPr>
              <a:t>Audience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z="750">
                <a:solidFill>
                  <a:srgbClr val="E4DFDE"/>
                </a:solidFill>
                <a:latin typeface="Tahoma"/>
                <a:cs typeface="Tahoma"/>
              </a:rPr>
              <a:t>Who</a:t>
            </a:r>
            <a:r>
              <a:rPr dirty="0" sz="750" spc="1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E4DFDE"/>
                </a:solidFill>
                <a:latin typeface="Tahoma"/>
                <a:cs typeface="Tahoma"/>
              </a:rPr>
              <a:t>is</a:t>
            </a:r>
            <a:r>
              <a:rPr dirty="0" sz="750" spc="2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E4DFDE"/>
                </a:solidFill>
                <a:latin typeface="Tahoma"/>
                <a:cs typeface="Tahoma"/>
              </a:rPr>
              <a:t>the</a:t>
            </a:r>
            <a:r>
              <a:rPr dirty="0" sz="750" spc="1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E4DFDE"/>
                </a:solidFill>
                <a:latin typeface="Tahoma"/>
                <a:cs typeface="Tahoma"/>
              </a:rPr>
              <a:t>target</a:t>
            </a:r>
            <a:r>
              <a:rPr dirty="0" sz="750" spc="2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 spc="-10">
                <a:solidFill>
                  <a:srgbClr val="E4DFDE"/>
                </a:solidFill>
                <a:latin typeface="Tahoma"/>
                <a:cs typeface="Tahoma"/>
              </a:rPr>
              <a:t>recipient?</a:t>
            </a:r>
            <a:endParaRPr sz="75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57224" y="5505449"/>
            <a:ext cx="3590925" cy="295275"/>
            <a:chOff x="657224" y="5505449"/>
            <a:chExt cx="3590925" cy="295275"/>
          </a:xfrm>
        </p:grpSpPr>
        <p:sp>
          <p:nvSpPr>
            <p:cNvPr id="19" name="object 19"/>
            <p:cNvSpPr/>
            <p:nvPr/>
          </p:nvSpPr>
          <p:spPr>
            <a:xfrm>
              <a:off x="661987" y="5510212"/>
              <a:ext cx="3581400" cy="285750"/>
            </a:xfrm>
            <a:custGeom>
              <a:avLst/>
              <a:gdLst/>
              <a:ahLst/>
              <a:cxnLst/>
              <a:rect l="l" t="t" r="r" b="b"/>
              <a:pathLst>
                <a:path w="3581400" h="285750">
                  <a:moveTo>
                    <a:pt x="3438524" y="285749"/>
                  </a:moveTo>
                  <a:lnTo>
                    <a:pt x="142874" y="285749"/>
                  </a:lnTo>
                  <a:lnTo>
                    <a:pt x="135855" y="285578"/>
                  </a:lnTo>
                  <a:lnTo>
                    <a:pt x="94749" y="277400"/>
                  </a:lnTo>
                  <a:lnTo>
                    <a:pt x="57756" y="257627"/>
                  </a:lnTo>
                  <a:lnTo>
                    <a:pt x="28120" y="227992"/>
                  </a:lnTo>
                  <a:lnTo>
                    <a:pt x="8348" y="190999"/>
                  </a:lnTo>
                  <a:lnTo>
                    <a:pt x="171" y="149894"/>
                  </a:lnTo>
                  <a:lnTo>
                    <a:pt x="0" y="142874"/>
                  </a:lnTo>
                  <a:lnTo>
                    <a:pt x="171" y="135855"/>
                  </a:lnTo>
                  <a:lnTo>
                    <a:pt x="8348" y="94749"/>
                  </a:lnTo>
                  <a:lnTo>
                    <a:pt x="28120" y="57756"/>
                  </a:lnTo>
                  <a:lnTo>
                    <a:pt x="57756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3438524" y="0"/>
                  </a:lnTo>
                  <a:lnTo>
                    <a:pt x="3479998" y="6150"/>
                  </a:lnTo>
                  <a:lnTo>
                    <a:pt x="3517901" y="24078"/>
                  </a:lnTo>
                  <a:lnTo>
                    <a:pt x="3548969" y="52234"/>
                  </a:lnTo>
                  <a:lnTo>
                    <a:pt x="3570523" y="88198"/>
                  </a:lnTo>
                  <a:lnTo>
                    <a:pt x="3580713" y="128870"/>
                  </a:lnTo>
                  <a:lnTo>
                    <a:pt x="3581399" y="142874"/>
                  </a:lnTo>
                  <a:lnTo>
                    <a:pt x="3581227" y="149894"/>
                  </a:lnTo>
                  <a:lnTo>
                    <a:pt x="3573051" y="190999"/>
                  </a:lnTo>
                  <a:lnTo>
                    <a:pt x="3553278" y="227991"/>
                  </a:lnTo>
                  <a:lnTo>
                    <a:pt x="3523642" y="257627"/>
                  </a:lnTo>
                  <a:lnTo>
                    <a:pt x="3486649" y="277400"/>
                  </a:lnTo>
                  <a:lnTo>
                    <a:pt x="3445543" y="285578"/>
                  </a:lnTo>
                  <a:lnTo>
                    <a:pt x="3438524" y="285749"/>
                  </a:lnTo>
                  <a:close/>
                </a:path>
              </a:pathLst>
            </a:custGeom>
            <a:solidFill>
              <a:srgbClr val="11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61987" y="5510212"/>
              <a:ext cx="3581400" cy="285750"/>
            </a:xfrm>
            <a:custGeom>
              <a:avLst/>
              <a:gdLst/>
              <a:ahLst/>
              <a:cxnLst/>
              <a:rect l="l" t="t" r="r" b="b"/>
              <a:pathLst>
                <a:path w="3581400" h="285750">
                  <a:moveTo>
                    <a:pt x="0" y="142874"/>
                  </a:moveTo>
                  <a:lnTo>
                    <a:pt x="6150" y="101399"/>
                  </a:lnTo>
                  <a:lnTo>
                    <a:pt x="24078" y="63497"/>
                  </a:lnTo>
                  <a:lnTo>
                    <a:pt x="52234" y="32429"/>
                  </a:lnTo>
                  <a:lnTo>
                    <a:pt x="88198" y="10875"/>
                  </a:lnTo>
                  <a:lnTo>
                    <a:pt x="128870" y="686"/>
                  </a:lnTo>
                  <a:lnTo>
                    <a:pt x="142874" y="0"/>
                  </a:lnTo>
                  <a:lnTo>
                    <a:pt x="3438524" y="0"/>
                  </a:lnTo>
                  <a:lnTo>
                    <a:pt x="3479998" y="6150"/>
                  </a:lnTo>
                  <a:lnTo>
                    <a:pt x="3517901" y="24078"/>
                  </a:lnTo>
                  <a:lnTo>
                    <a:pt x="3548969" y="52234"/>
                  </a:lnTo>
                  <a:lnTo>
                    <a:pt x="3570523" y="88198"/>
                  </a:lnTo>
                  <a:lnTo>
                    <a:pt x="3580713" y="128870"/>
                  </a:lnTo>
                  <a:lnTo>
                    <a:pt x="3581399" y="142874"/>
                  </a:lnTo>
                  <a:lnTo>
                    <a:pt x="3581227" y="149894"/>
                  </a:lnTo>
                  <a:lnTo>
                    <a:pt x="3573051" y="190999"/>
                  </a:lnTo>
                  <a:lnTo>
                    <a:pt x="3553278" y="227991"/>
                  </a:lnTo>
                  <a:lnTo>
                    <a:pt x="3523642" y="257627"/>
                  </a:lnTo>
                  <a:lnTo>
                    <a:pt x="3486649" y="277400"/>
                  </a:lnTo>
                  <a:lnTo>
                    <a:pt x="3445543" y="285578"/>
                  </a:lnTo>
                  <a:lnTo>
                    <a:pt x="3438524" y="285749"/>
                  </a:lnTo>
                  <a:lnTo>
                    <a:pt x="142874" y="285749"/>
                  </a:lnTo>
                  <a:lnTo>
                    <a:pt x="101400" y="279598"/>
                  </a:lnTo>
                  <a:lnTo>
                    <a:pt x="63497" y="261670"/>
                  </a:lnTo>
                  <a:lnTo>
                    <a:pt x="32429" y="233514"/>
                  </a:lnTo>
                  <a:lnTo>
                    <a:pt x="10875" y="197550"/>
                  </a:lnTo>
                  <a:lnTo>
                    <a:pt x="686" y="156879"/>
                  </a:lnTo>
                  <a:lnTo>
                    <a:pt x="0" y="142874"/>
                  </a:lnTo>
                  <a:close/>
                </a:path>
              </a:pathLst>
            </a:custGeom>
            <a:ln w="9524">
              <a:solidFill>
                <a:srgbClr val="2918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746174" y="5777965"/>
            <a:ext cx="1819910" cy="379095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950" spc="-55" b="1">
                <a:solidFill>
                  <a:srgbClr val="E4DFDE"/>
                </a:solidFill>
                <a:latin typeface="Tahoma"/>
                <a:cs typeface="Tahoma"/>
              </a:rPr>
              <a:t>Output</a:t>
            </a:r>
            <a:r>
              <a:rPr dirty="0" sz="950" spc="-75" b="1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950" spc="-10" b="1">
                <a:solidFill>
                  <a:srgbClr val="E4DFDE"/>
                </a:solidFill>
                <a:latin typeface="Tahoma"/>
                <a:cs typeface="Tahoma"/>
              </a:rPr>
              <a:t>Format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z="750" spc="10">
                <a:solidFill>
                  <a:srgbClr val="E4DFDE"/>
                </a:solidFill>
                <a:latin typeface="Tahoma"/>
                <a:cs typeface="Tahoma"/>
              </a:rPr>
              <a:t>How</a:t>
            </a:r>
            <a:r>
              <a:rPr dirty="0" sz="750" spc="1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 spc="10">
                <a:solidFill>
                  <a:srgbClr val="E4DFDE"/>
                </a:solidFill>
                <a:latin typeface="Tahoma"/>
                <a:cs typeface="Tahoma"/>
              </a:rPr>
              <a:t>should</a:t>
            </a:r>
            <a:r>
              <a:rPr dirty="0" sz="750" spc="2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 spc="10">
                <a:solidFill>
                  <a:srgbClr val="E4DFDE"/>
                </a:solidFill>
                <a:latin typeface="Tahoma"/>
                <a:cs typeface="Tahoma"/>
              </a:rPr>
              <a:t>the</a:t>
            </a:r>
            <a:r>
              <a:rPr dirty="0" sz="750" spc="3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 spc="10">
                <a:solidFill>
                  <a:srgbClr val="E4DFDE"/>
                </a:solidFill>
                <a:latin typeface="Tahoma"/>
                <a:cs typeface="Tahoma"/>
              </a:rPr>
              <a:t>response</a:t>
            </a:r>
            <a:r>
              <a:rPr dirty="0" sz="750" spc="2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 spc="10">
                <a:solidFill>
                  <a:srgbClr val="E4DFDE"/>
                </a:solidFill>
                <a:latin typeface="Tahoma"/>
                <a:cs typeface="Tahoma"/>
              </a:rPr>
              <a:t>be</a:t>
            </a:r>
            <a:r>
              <a:rPr dirty="0" sz="750" spc="2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 spc="-10">
                <a:solidFill>
                  <a:srgbClr val="E4DFDE"/>
                </a:solidFill>
                <a:latin typeface="Tahoma"/>
                <a:cs typeface="Tahoma"/>
              </a:rPr>
              <a:t>structured?</a:t>
            </a:r>
            <a:endParaRPr sz="75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305299" y="5505449"/>
            <a:ext cx="3581400" cy="295275"/>
            <a:chOff x="4305299" y="5505449"/>
            <a:chExt cx="3581400" cy="295275"/>
          </a:xfrm>
        </p:grpSpPr>
        <p:sp>
          <p:nvSpPr>
            <p:cNvPr id="23" name="object 23"/>
            <p:cNvSpPr/>
            <p:nvPr/>
          </p:nvSpPr>
          <p:spPr>
            <a:xfrm>
              <a:off x="4310062" y="5510212"/>
              <a:ext cx="3571875" cy="285750"/>
            </a:xfrm>
            <a:custGeom>
              <a:avLst/>
              <a:gdLst/>
              <a:ahLst/>
              <a:cxnLst/>
              <a:rect l="l" t="t" r="r" b="b"/>
              <a:pathLst>
                <a:path w="3571875" h="285750">
                  <a:moveTo>
                    <a:pt x="3428999" y="285749"/>
                  </a:moveTo>
                  <a:lnTo>
                    <a:pt x="142874" y="285749"/>
                  </a:lnTo>
                  <a:lnTo>
                    <a:pt x="135855" y="285578"/>
                  </a:lnTo>
                  <a:lnTo>
                    <a:pt x="94749" y="277400"/>
                  </a:lnTo>
                  <a:lnTo>
                    <a:pt x="57756" y="257627"/>
                  </a:lnTo>
                  <a:lnTo>
                    <a:pt x="28120" y="227992"/>
                  </a:lnTo>
                  <a:lnTo>
                    <a:pt x="8347" y="190999"/>
                  </a:lnTo>
                  <a:lnTo>
                    <a:pt x="171" y="149894"/>
                  </a:lnTo>
                  <a:lnTo>
                    <a:pt x="0" y="142874"/>
                  </a:lnTo>
                  <a:lnTo>
                    <a:pt x="171" y="135855"/>
                  </a:lnTo>
                  <a:lnTo>
                    <a:pt x="8347" y="94749"/>
                  </a:lnTo>
                  <a:lnTo>
                    <a:pt x="28120" y="57756"/>
                  </a:lnTo>
                  <a:lnTo>
                    <a:pt x="57756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3428999" y="0"/>
                  </a:lnTo>
                  <a:lnTo>
                    <a:pt x="3470473" y="6150"/>
                  </a:lnTo>
                  <a:lnTo>
                    <a:pt x="3508375" y="24078"/>
                  </a:lnTo>
                  <a:lnTo>
                    <a:pt x="3539444" y="52234"/>
                  </a:lnTo>
                  <a:lnTo>
                    <a:pt x="3560997" y="88198"/>
                  </a:lnTo>
                  <a:lnTo>
                    <a:pt x="3571187" y="128870"/>
                  </a:lnTo>
                  <a:lnTo>
                    <a:pt x="3571874" y="142874"/>
                  </a:lnTo>
                  <a:lnTo>
                    <a:pt x="3571702" y="149894"/>
                  </a:lnTo>
                  <a:lnTo>
                    <a:pt x="3563525" y="190999"/>
                  </a:lnTo>
                  <a:lnTo>
                    <a:pt x="3543752" y="227991"/>
                  </a:lnTo>
                  <a:lnTo>
                    <a:pt x="3514116" y="257627"/>
                  </a:lnTo>
                  <a:lnTo>
                    <a:pt x="3477124" y="277400"/>
                  </a:lnTo>
                  <a:lnTo>
                    <a:pt x="3436018" y="285578"/>
                  </a:lnTo>
                  <a:lnTo>
                    <a:pt x="3428999" y="285749"/>
                  </a:lnTo>
                  <a:close/>
                </a:path>
              </a:pathLst>
            </a:custGeom>
            <a:solidFill>
              <a:srgbClr val="11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310062" y="5510212"/>
              <a:ext cx="3571875" cy="285750"/>
            </a:xfrm>
            <a:custGeom>
              <a:avLst/>
              <a:gdLst/>
              <a:ahLst/>
              <a:cxnLst/>
              <a:rect l="l" t="t" r="r" b="b"/>
              <a:pathLst>
                <a:path w="3571875" h="285750">
                  <a:moveTo>
                    <a:pt x="0" y="142874"/>
                  </a:moveTo>
                  <a:lnTo>
                    <a:pt x="6150" y="101399"/>
                  </a:lnTo>
                  <a:lnTo>
                    <a:pt x="24078" y="63497"/>
                  </a:lnTo>
                  <a:lnTo>
                    <a:pt x="52234" y="32429"/>
                  </a:lnTo>
                  <a:lnTo>
                    <a:pt x="88198" y="10875"/>
                  </a:lnTo>
                  <a:lnTo>
                    <a:pt x="128870" y="686"/>
                  </a:lnTo>
                  <a:lnTo>
                    <a:pt x="142874" y="0"/>
                  </a:lnTo>
                  <a:lnTo>
                    <a:pt x="3428999" y="0"/>
                  </a:lnTo>
                  <a:lnTo>
                    <a:pt x="3470473" y="6150"/>
                  </a:lnTo>
                  <a:lnTo>
                    <a:pt x="3508375" y="24078"/>
                  </a:lnTo>
                  <a:lnTo>
                    <a:pt x="3539444" y="52234"/>
                  </a:lnTo>
                  <a:lnTo>
                    <a:pt x="3560997" y="88198"/>
                  </a:lnTo>
                  <a:lnTo>
                    <a:pt x="3571187" y="128870"/>
                  </a:lnTo>
                  <a:lnTo>
                    <a:pt x="3571874" y="142874"/>
                  </a:lnTo>
                  <a:lnTo>
                    <a:pt x="3571702" y="149894"/>
                  </a:lnTo>
                  <a:lnTo>
                    <a:pt x="3563525" y="190999"/>
                  </a:lnTo>
                  <a:lnTo>
                    <a:pt x="3543752" y="227991"/>
                  </a:lnTo>
                  <a:lnTo>
                    <a:pt x="3514116" y="257627"/>
                  </a:lnTo>
                  <a:lnTo>
                    <a:pt x="3477124" y="277400"/>
                  </a:lnTo>
                  <a:lnTo>
                    <a:pt x="3436018" y="285578"/>
                  </a:lnTo>
                  <a:lnTo>
                    <a:pt x="3428999" y="285749"/>
                  </a:lnTo>
                  <a:lnTo>
                    <a:pt x="142874" y="285749"/>
                  </a:lnTo>
                  <a:lnTo>
                    <a:pt x="101399" y="279598"/>
                  </a:lnTo>
                  <a:lnTo>
                    <a:pt x="63497" y="261670"/>
                  </a:lnTo>
                  <a:lnTo>
                    <a:pt x="32429" y="233514"/>
                  </a:lnTo>
                  <a:lnTo>
                    <a:pt x="10875" y="197550"/>
                  </a:lnTo>
                  <a:lnTo>
                    <a:pt x="686" y="156879"/>
                  </a:lnTo>
                  <a:lnTo>
                    <a:pt x="0" y="142874"/>
                  </a:lnTo>
                  <a:close/>
                </a:path>
              </a:pathLst>
            </a:custGeom>
            <a:ln w="9524">
              <a:solidFill>
                <a:srgbClr val="2918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4385766" y="5777965"/>
            <a:ext cx="1701164" cy="379095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950" spc="-20" b="1">
                <a:solidFill>
                  <a:srgbClr val="E4DFDE"/>
                </a:solidFill>
                <a:latin typeface="Tahoma"/>
                <a:cs typeface="Tahoma"/>
              </a:rPr>
              <a:t>Tone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z="750">
                <a:solidFill>
                  <a:srgbClr val="E4DFDE"/>
                </a:solidFill>
                <a:latin typeface="Tahoma"/>
                <a:cs typeface="Tahoma"/>
              </a:rPr>
              <a:t>What</a:t>
            </a:r>
            <a:r>
              <a:rPr dirty="0" sz="750" spc="4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E4DFDE"/>
                </a:solidFill>
                <a:latin typeface="Tahoma"/>
                <a:cs typeface="Tahoma"/>
              </a:rPr>
              <a:t>is</a:t>
            </a:r>
            <a:r>
              <a:rPr dirty="0" sz="750" spc="4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E4DFDE"/>
                </a:solidFill>
                <a:latin typeface="Tahoma"/>
                <a:cs typeface="Tahoma"/>
              </a:rPr>
              <a:t>the</a:t>
            </a:r>
            <a:r>
              <a:rPr dirty="0" sz="750" spc="4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E4DFDE"/>
                </a:solidFill>
                <a:latin typeface="Tahoma"/>
                <a:cs typeface="Tahoma"/>
              </a:rPr>
              <a:t>desired</a:t>
            </a:r>
            <a:r>
              <a:rPr dirty="0" sz="750" spc="4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E4DFDE"/>
                </a:solidFill>
                <a:latin typeface="Tahoma"/>
                <a:cs typeface="Tahoma"/>
              </a:rPr>
              <a:t>emotional</a:t>
            </a:r>
            <a:r>
              <a:rPr dirty="0" sz="750" spc="4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750" spc="-10">
                <a:solidFill>
                  <a:srgbClr val="E4DFDE"/>
                </a:solidFill>
                <a:latin typeface="Tahoma"/>
                <a:cs typeface="Tahoma"/>
              </a:rPr>
              <a:t>quality?</a:t>
            </a:r>
            <a:endParaRPr sz="750">
              <a:latin typeface="Tahoma"/>
              <a:cs typeface="Tahoma"/>
            </a:endParaRPr>
          </a:p>
        </p:txBody>
      </p:sp>
      <p:pic>
        <p:nvPicPr>
          <p:cNvPr id="26" name="object 26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2750" spc="-80"/>
              <a:t>Live</a:t>
            </a:r>
            <a:r>
              <a:rPr dirty="0" sz="2750" spc="-295"/>
              <a:t> </a:t>
            </a:r>
            <a:r>
              <a:rPr dirty="0" sz="2750" spc="-225"/>
              <a:t>AI</a:t>
            </a:r>
            <a:r>
              <a:rPr dirty="0" sz="2750" spc="-290"/>
              <a:t> </a:t>
            </a:r>
            <a:r>
              <a:rPr dirty="0" sz="2750" spc="-100"/>
              <a:t>Demonstrations</a:t>
            </a:r>
            <a:endParaRPr sz="2750"/>
          </a:p>
        </p:txBody>
      </p:sp>
      <p:sp>
        <p:nvSpPr>
          <p:cNvPr id="3" name="object 3"/>
          <p:cNvSpPr txBox="1"/>
          <p:nvPr/>
        </p:nvSpPr>
        <p:spPr>
          <a:xfrm>
            <a:off x="648840" y="1226693"/>
            <a:ext cx="359092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0">
                <a:solidFill>
                  <a:srgbClr val="E4DFDE"/>
                </a:solidFill>
                <a:latin typeface="Tahoma"/>
                <a:cs typeface="Tahoma"/>
              </a:rPr>
              <a:t>Some</a:t>
            </a:r>
            <a:r>
              <a:rPr dirty="0" sz="1100" spc="5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E4DFDE"/>
                </a:solidFill>
                <a:latin typeface="Tahoma"/>
                <a:cs typeface="Tahoma"/>
              </a:rPr>
              <a:t>practical</a:t>
            </a:r>
            <a:r>
              <a:rPr dirty="0" sz="1100" spc="6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E4DFDE"/>
                </a:solidFill>
                <a:latin typeface="Tahoma"/>
                <a:cs typeface="Tahoma"/>
              </a:rPr>
              <a:t>examples</a:t>
            </a:r>
            <a:r>
              <a:rPr dirty="0" sz="1100" spc="5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E4DFDE"/>
                </a:solidFill>
                <a:latin typeface="Tahoma"/>
                <a:cs typeface="Tahoma"/>
              </a:rPr>
              <a:t>of</a:t>
            </a:r>
            <a:r>
              <a:rPr dirty="0" sz="1100" spc="6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E4DFDE"/>
                </a:solidFill>
                <a:latin typeface="Tahoma"/>
                <a:cs typeface="Tahoma"/>
              </a:rPr>
              <a:t>AI</a:t>
            </a:r>
            <a:r>
              <a:rPr dirty="0" sz="1100" spc="5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E4DFDE"/>
                </a:solidFill>
                <a:latin typeface="Tahoma"/>
                <a:cs typeface="Tahoma"/>
              </a:rPr>
              <a:t>tools</a:t>
            </a:r>
            <a:r>
              <a:rPr dirty="0" sz="1100" spc="6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E4DFDE"/>
                </a:solidFill>
                <a:latin typeface="Tahoma"/>
                <a:cs typeface="Tahoma"/>
              </a:rPr>
              <a:t>educators</a:t>
            </a:r>
            <a:r>
              <a:rPr dirty="0" sz="1100" spc="55">
                <a:solidFill>
                  <a:srgbClr val="E4DFDE"/>
                </a:solidFill>
                <a:latin typeface="Tahoma"/>
                <a:cs typeface="Tahoma"/>
              </a:rPr>
              <a:t> can</a:t>
            </a:r>
            <a:r>
              <a:rPr dirty="0" sz="1100" spc="6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E4DFDE"/>
                </a:solidFill>
                <a:latin typeface="Tahoma"/>
                <a:cs typeface="Tahoma"/>
              </a:rPr>
              <a:t>use: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379" y="1564682"/>
            <a:ext cx="370050" cy="33014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48840" y="1919922"/>
            <a:ext cx="5245735" cy="788670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dirty="0" sz="1400" spc="-10" b="1">
                <a:solidFill>
                  <a:srgbClr val="E4DFDE"/>
                </a:solidFill>
                <a:latin typeface="Tahoma"/>
                <a:cs typeface="Tahoma"/>
              </a:rPr>
              <a:t>ChatGPT</a:t>
            </a:r>
            <a:endParaRPr sz="1400">
              <a:latin typeface="Tahoma"/>
              <a:cs typeface="Tahoma"/>
            </a:endParaRPr>
          </a:p>
          <a:p>
            <a:pPr marL="12700" marR="5080">
              <a:lnSpc>
                <a:spcPct val="119300"/>
              </a:lnSpc>
              <a:spcBef>
                <a:spcPts val="390"/>
              </a:spcBef>
            </a:pPr>
            <a:r>
              <a:rPr dirty="0" sz="1100">
                <a:solidFill>
                  <a:srgbClr val="E4DFDE"/>
                </a:solidFill>
                <a:latin typeface="Tahoma"/>
                <a:cs typeface="Tahoma"/>
              </a:rPr>
              <a:t>Generate </a:t>
            </a:r>
            <a:r>
              <a:rPr dirty="0" sz="1100" spc="-40">
                <a:solidFill>
                  <a:srgbClr val="E4DFDE"/>
                </a:solidFill>
                <a:latin typeface="Tahoma"/>
                <a:cs typeface="Tahoma"/>
              </a:rPr>
              <a:t>10</a:t>
            </a:r>
            <a:r>
              <a:rPr dirty="0" sz="1100" spc="4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 spc="100">
                <a:solidFill>
                  <a:srgbClr val="E4DFDE"/>
                </a:solidFill>
                <a:latin typeface="Tahoma"/>
                <a:cs typeface="Tahoma"/>
              </a:rPr>
              <a:t>MCQs</a:t>
            </a:r>
            <a:r>
              <a:rPr dirty="0" sz="1100" spc="4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E4DFDE"/>
                </a:solidFill>
                <a:latin typeface="Tahoma"/>
                <a:cs typeface="Tahoma"/>
              </a:rPr>
              <a:t>based</a:t>
            </a:r>
            <a:r>
              <a:rPr dirty="0" sz="1100" spc="4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E4DFDE"/>
                </a:solidFill>
                <a:latin typeface="Tahoma"/>
                <a:cs typeface="Tahoma"/>
              </a:rPr>
              <a:t>on Bloom Taxonomy with answers, or generate a </a:t>
            </a:r>
            <a:r>
              <a:rPr dirty="0" sz="1100" spc="70">
                <a:solidFill>
                  <a:srgbClr val="E4DFDE"/>
                </a:solidFill>
                <a:latin typeface="Tahoma"/>
                <a:cs typeface="Tahoma"/>
              </a:rPr>
              <a:t>UGC-</a:t>
            </a:r>
            <a:r>
              <a:rPr dirty="0" sz="1100">
                <a:solidFill>
                  <a:srgbClr val="E4DFDE"/>
                </a:solidFill>
                <a:latin typeface="Tahoma"/>
                <a:cs typeface="Tahoma"/>
              </a:rPr>
              <a:t>style</a:t>
            </a:r>
            <a:r>
              <a:rPr dirty="0" sz="1100" spc="14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E4DFDE"/>
                </a:solidFill>
                <a:latin typeface="Tahoma"/>
                <a:cs typeface="Tahoma"/>
              </a:rPr>
              <a:t>question</a:t>
            </a:r>
            <a:r>
              <a:rPr dirty="0" sz="1100" spc="14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E4DFDE"/>
                </a:solidFill>
                <a:latin typeface="Tahoma"/>
                <a:cs typeface="Tahoma"/>
              </a:rPr>
              <a:t>paper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55636" y="1544725"/>
            <a:ext cx="368436" cy="37005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149676" y="1919922"/>
            <a:ext cx="4308475" cy="588645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dirty="0" sz="1400" spc="-135" b="1">
                <a:solidFill>
                  <a:srgbClr val="E4DFDE"/>
                </a:solidFill>
                <a:latin typeface="Tahoma"/>
                <a:cs typeface="Tahoma"/>
              </a:rPr>
              <a:t>AI </a:t>
            </a:r>
            <a:r>
              <a:rPr dirty="0" sz="1400" spc="-40" b="1">
                <a:solidFill>
                  <a:srgbClr val="E4DFDE"/>
                </a:solidFill>
                <a:latin typeface="Tahoma"/>
                <a:cs typeface="Tahoma"/>
              </a:rPr>
              <a:t>Lesson</a:t>
            </a:r>
            <a:r>
              <a:rPr dirty="0" sz="1400" spc="-130" b="1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00" spc="-80" b="1">
                <a:solidFill>
                  <a:srgbClr val="E4DFDE"/>
                </a:solidFill>
                <a:latin typeface="Tahoma"/>
                <a:cs typeface="Tahoma"/>
              </a:rPr>
              <a:t>Plan</a:t>
            </a:r>
            <a:r>
              <a:rPr dirty="0" sz="1400" spc="-130" b="1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00" spc="-10" b="1">
                <a:solidFill>
                  <a:srgbClr val="E4DFDE"/>
                </a:solidFill>
                <a:latin typeface="Tahoma"/>
                <a:cs typeface="Tahoma"/>
              </a:rPr>
              <a:t>Creator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1100">
                <a:solidFill>
                  <a:srgbClr val="E4DFDE"/>
                </a:solidFill>
                <a:latin typeface="Tahoma"/>
                <a:cs typeface="Tahoma"/>
              </a:rPr>
              <a:t>Create</a:t>
            </a:r>
            <a:r>
              <a:rPr dirty="0" sz="1100" spc="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E4DFDE"/>
                </a:solidFill>
                <a:latin typeface="Tahoma"/>
                <a:cs typeface="Tahoma"/>
              </a:rPr>
              <a:t>a</a:t>
            </a:r>
            <a:r>
              <a:rPr dirty="0" sz="1100" spc="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 spc="70">
                <a:solidFill>
                  <a:srgbClr val="E4DFDE"/>
                </a:solidFill>
                <a:latin typeface="Tahoma"/>
                <a:cs typeface="Tahoma"/>
              </a:rPr>
              <a:t>45-</a:t>
            </a:r>
            <a:r>
              <a:rPr dirty="0" sz="1100">
                <a:solidFill>
                  <a:srgbClr val="E4DFDE"/>
                </a:solidFill>
                <a:latin typeface="Tahoma"/>
                <a:cs typeface="Tahoma"/>
              </a:rPr>
              <a:t>Minute</a:t>
            </a:r>
            <a:r>
              <a:rPr dirty="0" sz="1100" spc="1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 spc="55">
                <a:solidFill>
                  <a:srgbClr val="E4DFDE"/>
                </a:solidFill>
                <a:latin typeface="Tahoma"/>
                <a:cs typeface="Tahoma"/>
              </a:rPr>
              <a:t>Lesson</a:t>
            </a:r>
            <a:r>
              <a:rPr dirty="0" sz="1100" spc="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E4DFDE"/>
                </a:solidFill>
                <a:latin typeface="Tahoma"/>
                <a:cs typeface="Tahoma"/>
              </a:rPr>
              <a:t>Plan</a:t>
            </a:r>
            <a:r>
              <a:rPr dirty="0" sz="1100" spc="1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E4DFDE"/>
                </a:solidFill>
                <a:latin typeface="Tahoma"/>
                <a:cs typeface="Tahoma"/>
              </a:rPr>
              <a:t>for</a:t>
            </a:r>
            <a:r>
              <a:rPr dirty="0" sz="1100" spc="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E4DFDE"/>
                </a:solidFill>
                <a:latin typeface="Tahoma"/>
                <a:cs typeface="Tahoma"/>
              </a:rPr>
              <a:t>10th</a:t>
            </a:r>
            <a:r>
              <a:rPr dirty="0" sz="1100" spc="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 spc="60">
                <a:solidFill>
                  <a:srgbClr val="E4DFDE"/>
                </a:solidFill>
                <a:latin typeface="Tahoma"/>
                <a:cs typeface="Tahoma"/>
              </a:rPr>
              <a:t>Class</a:t>
            </a:r>
            <a:r>
              <a:rPr dirty="0" sz="1100" spc="1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E4DFDE"/>
                </a:solidFill>
                <a:latin typeface="Tahoma"/>
                <a:cs typeface="Tahoma"/>
              </a:rPr>
              <a:t>on</a:t>
            </a:r>
            <a:r>
              <a:rPr dirty="0" sz="1100" spc="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 spc="60">
                <a:solidFill>
                  <a:srgbClr val="E4DFDE"/>
                </a:solidFill>
                <a:latin typeface="Tahoma"/>
                <a:cs typeface="Tahoma"/>
              </a:rPr>
              <a:t>Acids</a:t>
            </a:r>
            <a:r>
              <a:rPr dirty="0" sz="1100" spc="1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E4DFDE"/>
                </a:solidFill>
                <a:latin typeface="Tahoma"/>
                <a:cs typeface="Tahoma"/>
              </a:rPr>
              <a:t>and</a:t>
            </a:r>
            <a:r>
              <a:rPr dirty="0" sz="1100" spc="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 spc="45">
                <a:solidFill>
                  <a:srgbClr val="E4DFDE"/>
                </a:solidFill>
                <a:latin typeface="Tahoma"/>
                <a:cs typeface="Tahoma"/>
              </a:rPr>
              <a:t>Bases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72847" y="2925869"/>
            <a:ext cx="323215" cy="370205"/>
            <a:chOff x="672847" y="2925869"/>
            <a:chExt cx="323215" cy="370205"/>
          </a:xfrm>
        </p:grpSpPr>
        <p:sp>
          <p:nvSpPr>
            <p:cNvPr id="9" name="object 9"/>
            <p:cNvSpPr/>
            <p:nvPr/>
          </p:nvSpPr>
          <p:spPr>
            <a:xfrm>
              <a:off x="680694" y="2933716"/>
              <a:ext cx="307340" cy="354965"/>
            </a:xfrm>
            <a:custGeom>
              <a:avLst/>
              <a:gdLst/>
              <a:ahLst/>
              <a:cxnLst/>
              <a:rect l="l" t="t" r="r" b="b"/>
              <a:pathLst>
                <a:path w="307340" h="354964">
                  <a:moveTo>
                    <a:pt x="297480" y="346933"/>
                  </a:moveTo>
                  <a:lnTo>
                    <a:pt x="266373" y="354264"/>
                  </a:lnTo>
                  <a:lnTo>
                    <a:pt x="249553" y="354339"/>
                  </a:lnTo>
                </a:path>
                <a:path w="307340" h="354964">
                  <a:moveTo>
                    <a:pt x="33097" y="354342"/>
                  </a:moveTo>
                  <a:lnTo>
                    <a:pt x="1341" y="332927"/>
                  </a:lnTo>
                  <a:lnTo>
                    <a:pt x="50" y="324987"/>
                  </a:lnTo>
                  <a:lnTo>
                    <a:pt x="0" y="311983"/>
                  </a:lnTo>
                </a:path>
                <a:path w="307340" h="354964">
                  <a:moveTo>
                    <a:pt x="6" y="32055"/>
                  </a:moveTo>
                  <a:lnTo>
                    <a:pt x="23403" y="722"/>
                  </a:lnTo>
                  <a:lnTo>
                    <a:pt x="29676" y="86"/>
                  </a:lnTo>
                  <a:lnTo>
                    <a:pt x="42319" y="0"/>
                  </a:lnTo>
                </a:path>
                <a:path w="307340" h="354964">
                  <a:moveTo>
                    <a:pt x="307333" y="322833"/>
                  </a:moveTo>
                  <a:lnTo>
                    <a:pt x="306912" y="329393"/>
                  </a:lnTo>
                  <a:lnTo>
                    <a:pt x="305672" y="334344"/>
                  </a:lnTo>
                  <a:lnTo>
                    <a:pt x="303462" y="339317"/>
                  </a:lnTo>
                  <a:lnTo>
                    <a:pt x="299569" y="345197"/>
                  </a:lnTo>
                </a:path>
                <a:path w="307340" h="354964">
                  <a:moveTo>
                    <a:pt x="297480" y="346933"/>
                  </a:moveTo>
                  <a:lnTo>
                    <a:pt x="299569" y="345197"/>
                  </a:lnTo>
                </a:path>
                <a:path w="307340" h="354964">
                  <a:moveTo>
                    <a:pt x="258572" y="223289"/>
                  </a:moveTo>
                  <a:lnTo>
                    <a:pt x="55028" y="223519"/>
                  </a:lnTo>
                </a:path>
                <a:path w="307340" h="354964">
                  <a:moveTo>
                    <a:pt x="258494" y="106609"/>
                  </a:moveTo>
                  <a:lnTo>
                    <a:pt x="258486" y="290518"/>
                  </a:lnTo>
                  <a:lnTo>
                    <a:pt x="55047" y="290401"/>
                  </a:lnTo>
                </a:path>
                <a:path w="307340" h="354964">
                  <a:moveTo>
                    <a:pt x="125685" y="106350"/>
                  </a:moveTo>
                  <a:lnTo>
                    <a:pt x="125605" y="290516"/>
                  </a:lnTo>
                </a:path>
                <a:path w="307340" h="354964">
                  <a:moveTo>
                    <a:pt x="55047" y="290401"/>
                  </a:moveTo>
                  <a:lnTo>
                    <a:pt x="55029" y="220657"/>
                  </a:lnTo>
                </a:path>
                <a:path w="307340" h="354964">
                  <a:moveTo>
                    <a:pt x="258563" y="159369"/>
                  </a:moveTo>
                  <a:lnTo>
                    <a:pt x="55019" y="159421"/>
                  </a:lnTo>
                </a:path>
                <a:path w="307340" h="354964">
                  <a:moveTo>
                    <a:pt x="55029" y="220657"/>
                  </a:moveTo>
                  <a:lnTo>
                    <a:pt x="55068" y="106419"/>
                  </a:lnTo>
                </a:path>
                <a:path w="307340" h="354964">
                  <a:moveTo>
                    <a:pt x="258494" y="106609"/>
                  </a:moveTo>
                  <a:lnTo>
                    <a:pt x="55068" y="106419"/>
                  </a:lnTo>
                </a:path>
                <a:path w="307340" h="354964">
                  <a:moveTo>
                    <a:pt x="249553" y="354339"/>
                  </a:moveTo>
                  <a:lnTo>
                    <a:pt x="33097" y="354342"/>
                  </a:lnTo>
                </a:path>
                <a:path w="307340" h="354964">
                  <a:moveTo>
                    <a:pt x="0" y="311983"/>
                  </a:moveTo>
                  <a:lnTo>
                    <a:pt x="6" y="32055"/>
                  </a:lnTo>
                </a:path>
              </a:pathLst>
            </a:custGeom>
            <a:ln w="15694">
              <a:solidFill>
                <a:srgbClr val="7B66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3014" y="2925869"/>
              <a:ext cx="272920" cy="33068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648840" y="3310572"/>
            <a:ext cx="4803140" cy="588645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dirty="0" sz="1400" spc="-135" b="1">
                <a:solidFill>
                  <a:srgbClr val="E4DFDE"/>
                </a:solidFill>
                <a:latin typeface="Tahoma"/>
                <a:cs typeface="Tahoma"/>
              </a:rPr>
              <a:t>AI</a:t>
            </a:r>
            <a:r>
              <a:rPr dirty="0" sz="1400" spc="-150" b="1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00" spc="-60" b="1">
                <a:solidFill>
                  <a:srgbClr val="E4DFDE"/>
                </a:solidFill>
                <a:latin typeface="Tahoma"/>
                <a:cs typeface="Tahoma"/>
              </a:rPr>
              <a:t>for</a:t>
            </a:r>
            <a:r>
              <a:rPr dirty="0" sz="1400" spc="-145" b="1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00" spc="-20" b="1">
                <a:solidFill>
                  <a:srgbClr val="E4DFDE"/>
                </a:solidFill>
                <a:latin typeface="Tahoma"/>
                <a:cs typeface="Tahoma"/>
              </a:rPr>
              <a:t>Excel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1100" spc="70">
                <a:solidFill>
                  <a:srgbClr val="E4DFDE"/>
                </a:solidFill>
                <a:latin typeface="Tahoma"/>
                <a:cs typeface="Tahoma"/>
              </a:rPr>
              <a:t>Ask</a:t>
            </a:r>
            <a:r>
              <a:rPr dirty="0" sz="1100" spc="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E4DFDE"/>
                </a:solidFill>
                <a:latin typeface="Tahoma"/>
                <a:cs typeface="Tahoma"/>
              </a:rPr>
              <a:t>ChatGPT</a:t>
            </a:r>
            <a:r>
              <a:rPr dirty="0" sz="1100" spc="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E4DFDE"/>
                </a:solidFill>
                <a:latin typeface="Tahoma"/>
                <a:cs typeface="Tahoma"/>
              </a:rPr>
              <a:t>to</a:t>
            </a:r>
            <a:r>
              <a:rPr dirty="0" sz="1100" spc="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E4DFDE"/>
                </a:solidFill>
                <a:latin typeface="Tahoma"/>
                <a:cs typeface="Tahoma"/>
              </a:rPr>
              <a:t>write an</a:t>
            </a:r>
            <a:r>
              <a:rPr dirty="0" sz="1100" spc="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E4DFDE"/>
                </a:solidFill>
                <a:latin typeface="Tahoma"/>
                <a:cs typeface="Tahoma"/>
              </a:rPr>
              <a:t>Excel</a:t>
            </a:r>
            <a:r>
              <a:rPr dirty="0" sz="1100" spc="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E4DFDE"/>
                </a:solidFill>
                <a:latin typeface="Tahoma"/>
                <a:cs typeface="Tahoma"/>
              </a:rPr>
              <a:t>formula</a:t>
            </a:r>
            <a:r>
              <a:rPr dirty="0" sz="1100" spc="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E4DFDE"/>
                </a:solidFill>
                <a:latin typeface="Tahoma"/>
                <a:cs typeface="Tahoma"/>
              </a:rPr>
              <a:t>to calculate</a:t>
            </a:r>
            <a:r>
              <a:rPr dirty="0" sz="1100" spc="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E4DFDE"/>
                </a:solidFill>
                <a:latin typeface="Tahoma"/>
                <a:cs typeface="Tahoma"/>
              </a:rPr>
              <a:t>attendance</a:t>
            </a:r>
            <a:r>
              <a:rPr dirty="0" sz="1100" spc="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E4DFDE"/>
                </a:solidFill>
                <a:latin typeface="Tahoma"/>
                <a:cs typeface="Tahoma"/>
              </a:rPr>
              <a:t>above</a:t>
            </a:r>
            <a:r>
              <a:rPr dirty="0" sz="1100" spc="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E4DFDE"/>
                </a:solidFill>
                <a:latin typeface="Tahoma"/>
                <a:cs typeface="Tahoma"/>
              </a:rPr>
              <a:t>75%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37738" y="2933700"/>
            <a:ext cx="204231" cy="362207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149676" y="3310572"/>
            <a:ext cx="3174365" cy="588645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dirty="0" sz="1400" spc="-50" b="1">
                <a:solidFill>
                  <a:srgbClr val="E4DFDE"/>
                </a:solidFill>
                <a:latin typeface="Tahoma"/>
                <a:cs typeface="Tahoma"/>
              </a:rPr>
              <a:t>Canva</a:t>
            </a:r>
            <a:r>
              <a:rPr dirty="0" sz="1400" spc="-130" b="1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00" spc="-25" b="1">
                <a:solidFill>
                  <a:srgbClr val="E4DFDE"/>
                </a:solidFill>
                <a:latin typeface="Tahoma"/>
                <a:cs typeface="Tahoma"/>
              </a:rPr>
              <a:t>AI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1100">
                <a:solidFill>
                  <a:srgbClr val="E4DFDE"/>
                </a:solidFill>
                <a:latin typeface="Tahoma"/>
                <a:cs typeface="Tahoma"/>
              </a:rPr>
              <a:t>Create</a:t>
            </a:r>
            <a:r>
              <a:rPr dirty="0" sz="1100" spc="2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E4DFDE"/>
                </a:solidFill>
                <a:latin typeface="Tahoma"/>
                <a:cs typeface="Tahoma"/>
              </a:rPr>
              <a:t>a</a:t>
            </a:r>
            <a:r>
              <a:rPr dirty="0" sz="1100" spc="2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 spc="55">
                <a:solidFill>
                  <a:srgbClr val="E4DFDE"/>
                </a:solidFill>
                <a:latin typeface="Tahoma"/>
                <a:cs typeface="Tahoma"/>
              </a:rPr>
              <a:t>Science</a:t>
            </a:r>
            <a:r>
              <a:rPr dirty="0" sz="1100" spc="2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E4DFDE"/>
                </a:solidFill>
                <a:latin typeface="Tahoma"/>
                <a:cs typeface="Tahoma"/>
              </a:rPr>
              <a:t>Exhibition</a:t>
            </a:r>
            <a:r>
              <a:rPr dirty="0" sz="1100" spc="2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E4DFDE"/>
                </a:solidFill>
                <a:latin typeface="Tahoma"/>
                <a:cs typeface="Tahoma"/>
              </a:rPr>
              <a:t>poster</a:t>
            </a:r>
            <a:r>
              <a:rPr dirty="0" sz="1100" spc="2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E4DFDE"/>
                </a:solidFill>
                <a:latin typeface="Tahoma"/>
                <a:cs typeface="Tahoma"/>
              </a:rPr>
              <a:t>in</a:t>
            </a:r>
            <a:r>
              <a:rPr dirty="0" sz="1100" spc="2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 spc="80">
                <a:solidFill>
                  <a:srgbClr val="E4DFDE"/>
                </a:solidFill>
                <a:latin typeface="Tahoma"/>
                <a:cs typeface="Tahoma"/>
              </a:rPr>
              <a:t>30</a:t>
            </a:r>
            <a:r>
              <a:rPr dirty="0" sz="1100" spc="2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 spc="45">
                <a:solidFill>
                  <a:srgbClr val="E4DFDE"/>
                </a:solidFill>
                <a:latin typeface="Tahoma"/>
                <a:cs typeface="Tahoma"/>
              </a:rPr>
              <a:t>seconds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71160" y="4116485"/>
            <a:ext cx="326151" cy="370037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648840" y="4491672"/>
            <a:ext cx="3400425" cy="588645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dirty="0" sz="1400" spc="-10" b="1">
                <a:solidFill>
                  <a:srgbClr val="E4DFDE"/>
                </a:solidFill>
                <a:latin typeface="Tahoma"/>
                <a:cs typeface="Tahoma"/>
              </a:rPr>
              <a:t>Gamma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1100" spc="55">
                <a:solidFill>
                  <a:srgbClr val="E4DFDE"/>
                </a:solidFill>
                <a:latin typeface="Tahoma"/>
                <a:cs typeface="Tahoma"/>
              </a:rPr>
              <a:t>Make</a:t>
            </a:r>
            <a:r>
              <a:rPr dirty="0" sz="1100" spc="6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E4DFDE"/>
                </a:solidFill>
                <a:latin typeface="Tahoma"/>
                <a:cs typeface="Tahoma"/>
              </a:rPr>
              <a:t>a</a:t>
            </a:r>
            <a:r>
              <a:rPr dirty="0" sz="1100" spc="6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E4DFDE"/>
                </a:solidFill>
                <a:latin typeface="Tahoma"/>
                <a:cs typeface="Tahoma"/>
              </a:rPr>
              <a:t>15-</a:t>
            </a:r>
            <a:r>
              <a:rPr dirty="0" sz="1100">
                <a:solidFill>
                  <a:srgbClr val="E4DFDE"/>
                </a:solidFill>
                <a:latin typeface="Tahoma"/>
                <a:cs typeface="Tahoma"/>
              </a:rPr>
              <a:t>slide</a:t>
            </a:r>
            <a:r>
              <a:rPr dirty="0" sz="1100" spc="6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E4DFDE"/>
                </a:solidFill>
                <a:latin typeface="Tahoma"/>
                <a:cs typeface="Tahoma"/>
              </a:rPr>
              <a:t>presentation</a:t>
            </a:r>
            <a:r>
              <a:rPr dirty="0" sz="1100" spc="6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E4DFDE"/>
                </a:solidFill>
                <a:latin typeface="Tahoma"/>
                <a:cs typeface="Tahoma"/>
              </a:rPr>
              <a:t>on</a:t>
            </a:r>
            <a:r>
              <a:rPr dirty="0" sz="1100" spc="6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E4DFDE"/>
                </a:solidFill>
                <a:latin typeface="Tahoma"/>
                <a:cs typeface="Tahoma"/>
              </a:rPr>
              <a:t>Artificial</a:t>
            </a:r>
            <a:r>
              <a:rPr dirty="0" sz="1100" spc="6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E4DFDE"/>
                </a:solidFill>
                <a:latin typeface="Tahoma"/>
                <a:cs typeface="Tahoma"/>
              </a:rPr>
              <a:t>Intelligence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169386" y="4116477"/>
            <a:ext cx="340935" cy="37005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6149676" y="4491672"/>
            <a:ext cx="4560570" cy="588645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dirty="0" sz="1400" spc="-10" b="1">
                <a:solidFill>
                  <a:srgbClr val="E4DFDE"/>
                </a:solidFill>
                <a:latin typeface="Tahoma"/>
                <a:cs typeface="Tahoma"/>
              </a:rPr>
              <a:t>NotebookLM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1100">
                <a:solidFill>
                  <a:srgbClr val="E4DFDE"/>
                </a:solidFill>
                <a:latin typeface="Tahoma"/>
                <a:cs typeface="Tahoma"/>
              </a:rPr>
              <a:t>Upload</a:t>
            </a:r>
            <a:r>
              <a:rPr dirty="0" sz="1100" spc="6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E4DFDE"/>
                </a:solidFill>
                <a:latin typeface="Tahoma"/>
                <a:cs typeface="Tahoma"/>
              </a:rPr>
              <a:t>a</a:t>
            </a:r>
            <a:r>
              <a:rPr dirty="0" sz="1100" spc="7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 spc="60">
                <a:solidFill>
                  <a:srgbClr val="E4DFDE"/>
                </a:solidFill>
                <a:latin typeface="Tahoma"/>
                <a:cs typeface="Tahoma"/>
              </a:rPr>
              <a:t>PDF</a:t>
            </a:r>
            <a:r>
              <a:rPr dirty="0" sz="1100" spc="6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E4DFDE"/>
                </a:solidFill>
                <a:latin typeface="Tahoma"/>
                <a:cs typeface="Tahoma"/>
              </a:rPr>
              <a:t>to</a:t>
            </a:r>
            <a:r>
              <a:rPr dirty="0" sz="1100" spc="7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E4DFDE"/>
                </a:solidFill>
                <a:latin typeface="Tahoma"/>
                <a:cs typeface="Tahoma"/>
              </a:rPr>
              <a:t>summarize,</a:t>
            </a:r>
            <a:r>
              <a:rPr dirty="0" sz="1100" spc="7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E4DFDE"/>
                </a:solidFill>
                <a:latin typeface="Tahoma"/>
                <a:cs typeface="Tahoma"/>
              </a:rPr>
              <a:t>generate</a:t>
            </a:r>
            <a:r>
              <a:rPr dirty="0" sz="1100" spc="6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E4DFDE"/>
                </a:solidFill>
                <a:latin typeface="Tahoma"/>
                <a:cs typeface="Tahoma"/>
              </a:rPr>
              <a:t>questions,</a:t>
            </a:r>
            <a:r>
              <a:rPr dirty="0" sz="1100" spc="7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E4DFDE"/>
                </a:solidFill>
                <a:latin typeface="Tahoma"/>
                <a:cs typeface="Tahoma"/>
              </a:rPr>
              <a:t>and</a:t>
            </a:r>
            <a:r>
              <a:rPr dirty="0" sz="1100" spc="7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E4DFDE"/>
                </a:solidFill>
                <a:latin typeface="Tahoma"/>
                <a:cs typeface="Tahoma"/>
              </a:rPr>
              <a:t>create</a:t>
            </a:r>
            <a:r>
              <a:rPr dirty="0" sz="1100" spc="6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E4DFDE"/>
                </a:solidFill>
                <a:latin typeface="Tahoma"/>
                <a:cs typeface="Tahoma"/>
              </a:rPr>
              <a:t>a</a:t>
            </a:r>
            <a:r>
              <a:rPr dirty="0" sz="1100" spc="7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 spc="35">
                <a:solidFill>
                  <a:srgbClr val="E4DFDE"/>
                </a:solidFill>
                <a:latin typeface="Tahoma"/>
                <a:cs typeface="Tahoma"/>
              </a:rPr>
              <a:t>podcast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77364" y="5297573"/>
            <a:ext cx="314325" cy="370205"/>
            <a:chOff x="677364" y="5297573"/>
            <a:chExt cx="314325" cy="370205"/>
          </a:xfrm>
        </p:grpSpPr>
        <p:sp>
          <p:nvSpPr>
            <p:cNvPr id="19" name="object 19"/>
            <p:cNvSpPr/>
            <p:nvPr/>
          </p:nvSpPr>
          <p:spPr>
            <a:xfrm>
              <a:off x="685215" y="5508570"/>
              <a:ext cx="298450" cy="151765"/>
            </a:xfrm>
            <a:custGeom>
              <a:avLst/>
              <a:gdLst/>
              <a:ahLst/>
              <a:cxnLst/>
              <a:rect l="l" t="t" r="r" b="b"/>
              <a:pathLst>
                <a:path w="298450" h="151764">
                  <a:moveTo>
                    <a:pt x="298379" y="151213"/>
                  </a:moveTo>
                  <a:lnTo>
                    <a:pt x="296322" y="109622"/>
                  </a:lnTo>
                  <a:lnTo>
                    <a:pt x="281486" y="68107"/>
                  </a:lnTo>
                  <a:lnTo>
                    <a:pt x="254501" y="34804"/>
                  </a:lnTo>
                  <a:lnTo>
                    <a:pt x="222140" y="13953"/>
                  </a:lnTo>
                  <a:lnTo>
                    <a:pt x="180782" y="1957"/>
                  </a:lnTo>
                  <a:lnTo>
                    <a:pt x="150212" y="0"/>
                  </a:lnTo>
                  <a:lnTo>
                    <a:pt x="140394" y="81"/>
                  </a:lnTo>
                  <a:lnTo>
                    <a:pt x="95578" y="6901"/>
                  </a:lnTo>
                  <a:lnTo>
                    <a:pt x="55803" y="25709"/>
                  </a:lnTo>
                  <a:lnTo>
                    <a:pt x="25961" y="54321"/>
                  </a:lnTo>
                  <a:lnTo>
                    <a:pt x="7082" y="91376"/>
                  </a:lnTo>
                  <a:lnTo>
                    <a:pt x="193" y="133480"/>
                  </a:lnTo>
                  <a:lnTo>
                    <a:pt x="36" y="141988"/>
                  </a:lnTo>
                  <a:lnTo>
                    <a:pt x="0" y="151150"/>
                  </a:lnTo>
                </a:path>
                <a:path w="298450" h="151764">
                  <a:moveTo>
                    <a:pt x="298379" y="151213"/>
                  </a:moveTo>
                  <a:lnTo>
                    <a:pt x="0" y="151150"/>
                  </a:lnTo>
                </a:path>
              </a:pathLst>
            </a:custGeom>
            <a:ln w="15702">
              <a:solidFill>
                <a:srgbClr val="7B66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4893" y="5297573"/>
              <a:ext cx="198791" cy="198791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648840" y="5672771"/>
            <a:ext cx="3937000" cy="588645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dirty="0" sz="1400" spc="-10" b="1">
                <a:solidFill>
                  <a:srgbClr val="E4DFDE"/>
                </a:solidFill>
                <a:latin typeface="Tahoma"/>
                <a:cs typeface="Tahoma"/>
              </a:rPr>
              <a:t>Claude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1100" spc="10">
                <a:solidFill>
                  <a:srgbClr val="E4DFDE"/>
                </a:solidFill>
                <a:latin typeface="Tahoma"/>
                <a:cs typeface="Tahoma"/>
              </a:rPr>
              <a:t>Upload</a:t>
            </a:r>
            <a:r>
              <a:rPr dirty="0" sz="1100" spc="1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E4DFDE"/>
                </a:solidFill>
                <a:latin typeface="Tahoma"/>
                <a:cs typeface="Tahoma"/>
              </a:rPr>
              <a:t>a</a:t>
            </a:r>
            <a:r>
              <a:rPr dirty="0" sz="1100" spc="2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E4DFDE"/>
                </a:solidFill>
                <a:latin typeface="Tahoma"/>
                <a:cs typeface="Tahoma"/>
              </a:rPr>
              <a:t>Research</a:t>
            </a:r>
            <a:r>
              <a:rPr dirty="0" sz="1100" spc="2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E4DFDE"/>
                </a:solidFill>
                <a:latin typeface="Tahoma"/>
                <a:cs typeface="Tahoma"/>
              </a:rPr>
              <a:t>Paper</a:t>
            </a:r>
            <a:r>
              <a:rPr dirty="0" sz="1100" spc="2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E4DFDE"/>
                </a:solidFill>
                <a:latin typeface="Tahoma"/>
                <a:cs typeface="Tahoma"/>
              </a:rPr>
              <a:t>and</a:t>
            </a:r>
            <a:r>
              <a:rPr dirty="0" sz="1100" spc="2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E4DFDE"/>
                </a:solidFill>
                <a:latin typeface="Tahoma"/>
                <a:cs typeface="Tahoma"/>
              </a:rPr>
              <a:t>ask</a:t>
            </a:r>
            <a:r>
              <a:rPr dirty="0" sz="1100" spc="2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E4DFDE"/>
                </a:solidFill>
                <a:latin typeface="Tahoma"/>
                <a:cs typeface="Tahoma"/>
              </a:rPr>
              <a:t>it</a:t>
            </a:r>
            <a:r>
              <a:rPr dirty="0" sz="1100" spc="2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E4DFDE"/>
                </a:solidFill>
                <a:latin typeface="Tahoma"/>
                <a:cs typeface="Tahoma"/>
              </a:rPr>
              <a:t>to</a:t>
            </a:r>
            <a:r>
              <a:rPr dirty="0" sz="1100" spc="2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E4DFDE"/>
                </a:solidFill>
                <a:latin typeface="Tahoma"/>
                <a:cs typeface="Tahoma"/>
              </a:rPr>
              <a:t>find</a:t>
            </a:r>
            <a:r>
              <a:rPr dirty="0" sz="1100" spc="2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E4DFDE"/>
                </a:solidFill>
                <a:latin typeface="Tahoma"/>
                <a:cs typeface="Tahoma"/>
              </a:rPr>
              <a:t>the</a:t>
            </a:r>
            <a:r>
              <a:rPr dirty="0" sz="1100" spc="2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E4DFDE"/>
                </a:solidFill>
                <a:latin typeface="Tahoma"/>
                <a:cs typeface="Tahoma"/>
              </a:rPr>
              <a:t>Research</a:t>
            </a:r>
            <a:r>
              <a:rPr dirty="0" sz="1100" spc="2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100" spc="25">
                <a:solidFill>
                  <a:srgbClr val="E4DFDE"/>
                </a:solidFill>
                <a:latin typeface="Tahoma"/>
                <a:cs typeface="Tahoma"/>
              </a:rPr>
              <a:t>Gap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22" name="object 22">
            <a:hlinkClick r:id="rId9"/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8840" y="562324"/>
            <a:ext cx="590550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35"/>
              <a:t>Subject-</a:t>
            </a:r>
            <a:r>
              <a:rPr dirty="0" spc="-110"/>
              <a:t>wise</a:t>
            </a:r>
            <a:r>
              <a:rPr dirty="0" spc="-305"/>
              <a:t> </a:t>
            </a:r>
            <a:r>
              <a:rPr dirty="0" spc="-135"/>
              <a:t>Examples</a:t>
            </a:r>
            <a:r>
              <a:rPr dirty="0" spc="-305"/>
              <a:t> </a:t>
            </a:r>
            <a:r>
              <a:rPr dirty="0" spc="-65"/>
              <a:t>(STEM)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8840" y="1367948"/>
            <a:ext cx="3008630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60">
                <a:solidFill>
                  <a:srgbClr val="E4DFDE"/>
                </a:solidFill>
                <a:latin typeface="Tahoma"/>
                <a:cs typeface="Tahoma"/>
              </a:rPr>
              <a:t>Some</a:t>
            </a:r>
            <a:r>
              <a:rPr dirty="0" sz="1250" spc="3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-20">
                <a:solidFill>
                  <a:srgbClr val="E4DFDE"/>
                </a:solidFill>
                <a:latin typeface="Tahoma"/>
                <a:cs typeface="Tahoma"/>
              </a:rPr>
              <a:t>AI</a:t>
            </a:r>
            <a:r>
              <a:rPr dirty="0" sz="1250" spc="3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E4DFDE"/>
                </a:solidFill>
                <a:latin typeface="Tahoma"/>
                <a:cs typeface="Tahoma"/>
              </a:rPr>
              <a:t>applications</a:t>
            </a:r>
            <a:r>
              <a:rPr dirty="0" sz="1250" spc="3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E4DFDE"/>
                </a:solidFill>
                <a:latin typeface="Tahoma"/>
                <a:cs typeface="Tahoma"/>
              </a:rPr>
              <a:t>for</a:t>
            </a:r>
            <a:r>
              <a:rPr dirty="0" sz="1250" spc="3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90">
                <a:solidFill>
                  <a:srgbClr val="E4DFDE"/>
                </a:solidFill>
                <a:latin typeface="Tahoma"/>
                <a:cs typeface="Tahoma"/>
              </a:rPr>
              <a:t>STEM</a:t>
            </a:r>
            <a:r>
              <a:rPr dirty="0" sz="1250" spc="3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E4DFDE"/>
                </a:solidFill>
                <a:latin typeface="Tahoma"/>
                <a:cs typeface="Tahoma"/>
              </a:rPr>
              <a:t>subjects:</a:t>
            </a:r>
            <a:endParaRPr sz="125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48232" y="1775904"/>
            <a:ext cx="424815" cy="378460"/>
            <a:chOff x="648232" y="1775904"/>
            <a:chExt cx="424815" cy="3784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8620" y="1845541"/>
              <a:ext cx="253813" cy="28166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8232" y="2019406"/>
              <a:ext cx="134941" cy="13494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69248" y="1784896"/>
              <a:ext cx="286385" cy="263525"/>
            </a:xfrm>
            <a:custGeom>
              <a:avLst/>
              <a:gdLst/>
              <a:ahLst/>
              <a:cxnLst/>
              <a:rect l="l" t="t" r="r" b="b"/>
              <a:pathLst>
                <a:path w="286384" h="263525">
                  <a:moveTo>
                    <a:pt x="0" y="10"/>
                  </a:moveTo>
                  <a:lnTo>
                    <a:pt x="220052" y="0"/>
                  </a:lnTo>
                </a:path>
                <a:path w="286384" h="263525">
                  <a:moveTo>
                    <a:pt x="109469" y="28"/>
                  </a:moveTo>
                  <a:lnTo>
                    <a:pt x="58157" y="244330"/>
                  </a:lnTo>
                </a:path>
                <a:path w="286384" h="263525">
                  <a:moveTo>
                    <a:pt x="209297" y="215109"/>
                  </a:moveTo>
                  <a:lnTo>
                    <a:pt x="285764" y="263369"/>
                  </a:lnTo>
                </a:path>
              </a:pathLst>
            </a:custGeom>
            <a:ln w="17984">
              <a:solidFill>
                <a:srgbClr val="7B66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648840" y="2188353"/>
            <a:ext cx="4944745" cy="962025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dirty="0" sz="1600" spc="-10" b="1">
                <a:solidFill>
                  <a:srgbClr val="E4DFDE"/>
                </a:solidFill>
                <a:latin typeface="Tahoma"/>
                <a:cs typeface="Tahoma"/>
              </a:rPr>
              <a:t>Physics</a:t>
            </a:r>
            <a:endParaRPr sz="1600">
              <a:latin typeface="Tahoma"/>
              <a:cs typeface="Tahoma"/>
            </a:endParaRPr>
          </a:p>
          <a:p>
            <a:pPr marL="12700" marR="5080">
              <a:lnSpc>
                <a:spcPct val="130000"/>
              </a:lnSpc>
              <a:spcBef>
                <a:spcPts val="455"/>
              </a:spcBef>
            </a:pPr>
            <a:r>
              <a:rPr dirty="0" sz="1250" spc="80">
                <a:solidFill>
                  <a:srgbClr val="E4DFDE"/>
                </a:solidFill>
                <a:latin typeface="Tahoma"/>
                <a:cs typeface="Tahoma"/>
              </a:rPr>
              <a:t>Use</a:t>
            </a:r>
            <a:r>
              <a:rPr dirty="0" sz="125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60">
                <a:solidFill>
                  <a:srgbClr val="E4DFDE"/>
                </a:solidFill>
                <a:latin typeface="Tahoma"/>
                <a:cs typeface="Tahoma"/>
              </a:rPr>
              <a:t>PhET</a:t>
            </a:r>
            <a:r>
              <a:rPr dirty="0" sz="125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E4DFDE"/>
                </a:solidFill>
                <a:latin typeface="Tahoma"/>
                <a:cs typeface="Tahoma"/>
              </a:rPr>
              <a:t>Interactive</a:t>
            </a:r>
            <a:r>
              <a:rPr dirty="0" sz="125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E4DFDE"/>
                </a:solidFill>
                <a:latin typeface="Tahoma"/>
                <a:cs typeface="Tahoma"/>
              </a:rPr>
              <a:t>Simulations</a:t>
            </a:r>
            <a:r>
              <a:rPr dirty="0" sz="1250" spc="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E4DFDE"/>
                </a:solidFill>
                <a:latin typeface="Tahoma"/>
                <a:cs typeface="Tahoma"/>
              </a:rPr>
              <a:t>for</a:t>
            </a:r>
            <a:r>
              <a:rPr dirty="0" sz="125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E4DFDE"/>
                </a:solidFill>
                <a:latin typeface="Tahoma"/>
                <a:cs typeface="Tahoma"/>
              </a:rPr>
              <a:t>Projectile</a:t>
            </a:r>
            <a:r>
              <a:rPr dirty="0" sz="125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E4DFDE"/>
                </a:solidFill>
                <a:latin typeface="Tahoma"/>
                <a:cs typeface="Tahoma"/>
              </a:rPr>
              <a:t>Motion,</a:t>
            </a:r>
            <a:r>
              <a:rPr dirty="0" sz="1250" spc="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E4DFDE"/>
                </a:solidFill>
                <a:latin typeface="Tahoma"/>
                <a:cs typeface="Tahoma"/>
              </a:rPr>
              <a:t>Gravity,</a:t>
            </a:r>
            <a:r>
              <a:rPr dirty="0" sz="125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-25">
                <a:solidFill>
                  <a:srgbClr val="E4DFDE"/>
                </a:solidFill>
                <a:latin typeface="Tahoma"/>
                <a:cs typeface="Tahoma"/>
              </a:rPr>
              <a:t>and </a:t>
            </a:r>
            <a:r>
              <a:rPr dirty="0" sz="1250" spc="10">
                <a:solidFill>
                  <a:srgbClr val="E4DFDE"/>
                </a:solidFill>
                <a:latin typeface="Tahoma"/>
                <a:cs typeface="Tahoma"/>
              </a:rPr>
              <a:t>Electric</a:t>
            </a:r>
            <a:r>
              <a:rPr dirty="0" sz="1250" spc="16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E4DFDE"/>
                </a:solidFill>
                <a:latin typeface="Tahoma"/>
                <a:cs typeface="Tahoma"/>
              </a:rPr>
              <a:t>Circuits</a:t>
            </a:r>
            <a:endParaRPr sz="125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74688" y="1753143"/>
            <a:ext cx="420074" cy="42396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170512" y="2188353"/>
            <a:ext cx="5206365" cy="962025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dirty="0" sz="1600" spc="-10" b="1">
                <a:solidFill>
                  <a:srgbClr val="E4DFDE"/>
                </a:solidFill>
                <a:latin typeface="Tahoma"/>
                <a:cs typeface="Tahoma"/>
              </a:rPr>
              <a:t>Chemistry</a:t>
            </a:r>
            <a:endParaRPr sz="1600">
              <a:latin typeface="Tahoma"/>
              <a:cs typeface="Tahoma"/>
            </a:endParaRPr>
          </a:p>
          <a:p>
            <a:pPr marL="12700" marR="5080">
              <a:lnSpc>
                <a:spcPct val="130000"/>
              </a:lnSpc>
              <a:spcBef>
                <a:spcPts val="455"/>
              </a:spcBef>
            </a:pPr>
            <a:r>
              <a:rPr dirty="0" sz="1250" spc="80">
                <a:solidFill>
                  <a:srgbClr val="E4DFDE"/>
                </a:solidFill>
                <a:latin typeface="Tahoma"/>
                <a:cs typeface="Tahoma"/>
              </a:rPr>
              <a:t>Use</a:t>
            </a:r>
            <a:r>
              <a:rPr dirty="0" sz="125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60">
                <a:solidFill>
                  <a:srgbClr val="E4DFDE"/>
                </a:solidFill>
                <a:latin typeface="Tahoma"/>
                <a:cs typeface="Tahoma"/>
              </a:rPr>
              <a:t>PhET</a:t>
            </a:r>
            <a:r>
              <a:rPr dirty="0" sz="125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E4DFDE"/>
                </a:solidFill>
                <a:latin typeface="Tahoma"/>
                <a:cs typeface="Tahoma"/>
              </a:rPr>
              <a:t>for</a:t>
            </a:r>
            <a:r>
              <a:rPr dirty="0" sz="1250" spc="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E4DFDE"/>
                </a:solidFill>
                <a:latin typeface="Tahoma"/>
                <a:cs typeface="Tahoma"/>
              </a:rPr>
              <a:t>Chemical</a:t>
            </a:r>
            <a:r>
              <a:rPr dirty="0" sz="125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E4DFDE"/>
                </a:solidFill>
                <a:latin typeface="Tahoma"/>
                <a:cs typeface="Tahoma"/>
              </a:rPr>
              <a:t>Reactions,</a:t>
            </a:r>
            <a:r>
              <a:rPr dirty="0" sz="125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E4DFDE"/>
                </a:solidFill>
                <a:latin typeface="Tahoma"/>
                <a:cs typeface="Tahoma"/>
              </a:rPr>
              <a:t>Atomic</a:t>
            </a:r>
            <a:r>
              <a:rPr dirty="0" sz="1250" spc="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E4DFDE"/>
                </a:solidFill>
                <a:latin typeface="Tahoma"/>
                <a:cs typeface="Tahoma"/>
              </a:rPr>
              <a:t>Structure,</a:t>
            </a:r>
            <a:r>
              <a:rPr dirty="0" sz="125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E4DFDE"/>
                </a:solidFill>
                <a:latin typeface="Tahoma"/>
                <a:cs typeface="Tahoma"/>
              </a:rPr>
              <a:t>and</a:t>
            </a:r>
            <a:r>
              <a:rPr dirty="0" sz="125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65">
                <a:solidFill>
                  <a:srgbClr val="E4DFDE"/>
                </a:solidFill>
                <a:latin typeface="Tahoma"/>
                <a:cs typeface="Tahoma"/>
              </a:rPr>
              <a:t>3D</a:t>
            </a:r>
            <a:r>
              <a:rPr dirty="0" sz="1250" spc="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40">
                <a:solidFill>
                  <a:srgbClr val="E4DFDE"/>
                </a:solidFill>
                <a:latin typeface="Tahoma"/>
                <a:cs typeface="Tahoma"/>
              </a:rPr>
              <a:t>Molecular </a:t>
            </a:r>
            <a:r>
              <a:rPr dirty="0" sz="1250" spc="60">
                <a:solidFill>
                  <a:srgbClr val="E4DFDE"/>
                </a:solidFill>
                <a:latin typeface="Tahoma"/>
                <a:cs typeface="Tahoma"/>
              </a:rPr>
              <a:t>Models</a:t>
            </a:r>
            <a:endParaRPr sz="125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8233" y="3431781"/>
            <a:ext cx="423986" cy="41949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648840" y="4003897"/>
            <a:ext cx="5257165" cy="822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E4DFDE"/>
                </a:solidFill>
                <a:latin typeface="Tahoma"/>
                <a:cs typeface="Tahoma"/>
              </a:rPr>
              <a:t>Biology</a:t>
            </a:r>
            <a:endParaRPr sz="1600">
              <a:latin typeface="Tahoma"/>
              <a:cs typeface="Tahoma"/>
            </a:endParaRPr>
          </a:p>
          <a:p>
            <a:pPr marL="12700" marR="5080">
              <a:lnSpc>
                <a:spcPct val="125000"/>
              </a:lnSpc>
              <a:spcBef>
                <a:spcPts val="605"/>
              </a:spcBef>
            </a:pPr>
            <a:r>
              <a:rPr dirty="0" sz="1250" spc="80">
                <a:solidFill>
                  <a:srgbClr val="E4DFDE"/>
                </a:solidFill>
                <a:latin typeface="Tahoma"/>
                <a:cs typeface="Tahoma"/>
              </a:rPr>
              <a:t>Use</a:t>
            </a:r>
            <a:r>
              <a:rPr dirty="0" sz="1250" spc="3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E4DFDE"/>
                </a:solidFill>
                <a:latin typeface="Tahoma"/>
                <a:cs typeface="Tahoma"/>
              </a:rPr>
              <a:t>Visible</a:t>
            </a:r>
            <a:r>
              <a:rPr dirty="0" sz="1250" spc="3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70">
                <a:solidFill>
                  <a:srgbClr val="E4DFDE"/>
                </a:solidFill>
                <a:latin typeface="Tahoma"/>
                <a:cs typeface="Tahoma"/>
              </a:rPr>
              <a:t>Body</a:t>
            </a:r>
            <a:r>
              <a:rPr dirty="0" sz="1250" spc="3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E4DFDE"/>
                </a:solidFill>
                <a:latin typeface="Tahoma"/>
                <a:cs typeface="Tahoma"/>
              </a:rPr>
              <a:t>or</a:t>
            </a:r>
            <a:r>
              <a:rPr dirty="0" sz="1250" spc="3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E4DFDE"/>
                </a:solidFill>
                <a:latin typeface="Tahoma"/>
                <a:cs typeface="Tahoma"/>
              </a:rPr>
              <a:t>BioDigital</a:t>
            </a:r>
            <a:r>
              <a:rPr dirty="0" sz="1250" spc="3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E4DFDE"/>
                </a:solidFill>
                <a:latin typeface="Tahoma"/>
                <a:cs typeface="Tahoma"/>
              </a:rPr>
              <a:t>Human</a:t>
            </a:r>
            <a:r>
              <a:rPr dirty="0" sz="1250" spc="3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E4DFDE"/>
                </a:solidFill>
                <a:latin typeface="Tahoma"/>
                <a:cs typeface="Tahoma"/>
              </a:rPr>
              <a:t>to</a:t>
            </a:r>
            <a:r>
              <a:rPr dirty="0" sz="1250" spc="3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E4DFDE"/>
                </a:solidFill>
                <a:latin typeface="Tahoma"/>
                <a:cs typeface="Tahoma"/>
              </a:rPr>
              <a:t>view</a:t>
            </a:r>
            <a:r>
              <a:rPr dirty="0" sz="1250" spc="3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65">
                <a:solidFill>
                  <a:srgbClr val="E4DFDE"/>
                </a:solidFill>
                <a:latin typeface="Tahoma"/>
                <a:cs typeface="Tahoma"/>
              </a:rPr>
              <a:t>a</a:t>
            </a:r>
            <a:r>
              <a:rPr dirty="0" sz="1250" spc="3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65">
                <a:solidFill>
                  <a:srgbClr val="E4DFDE"/>
                </a:solidFill>
                <a:latin typeface="Tahoma"/>
                <a:cs typeface="Tahoma"/>
              </a:rPr>
              <a:t>3D</a:t>
            </a:r>
            <a:r>
              <a:rPr dirty="0" sz="1250" spc="3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E4DFDE"/>
                </a:solidFill>
                <a:latin typeface="Tahoma"/>
                <a:cs typeface="Tahoma"/>
              </a:rPr>
              <a:t>Human</a:t>
            </a:r>
            <a:r>
              <a:rPr dirty="0" sz="1250" spc="3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E4DFDE"/>
                </a:solidFill>
                <a:latin typeface="Tahoma"/>
                <a:cs typeface="Tahoma"/>
              </a:rPr>
              <a:t>Heart,</a:t>
            </a:r>
            <a:r>
              <a:rPr dirty="0" sz="1250" spc="3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E4DFDE"/>
                </a:solidFill>
                <a:latin typeface="Tahoma"/>
                <a:cs typeface="Tahoma"/>
              </a:rPr>
              <a:t>Brain, </a:t>
            </a:r>
            <a:r>
              <a:rPr dirty="0" sz="1250">
                <a:solidFill>
                  <a:srgbClr val="E4DFDE"/>
                </a:solidFill>
                <a:latin typeface="Tahoma"/>
                <a:cs typeface="Tahoma"/>
              </a:rPr>
              <a:t>and</a:t>
            </a:r>
            <a:r>
              <a:rPr dirty="0" sz="1250" spc="5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35">
                <a:solidFill>
                  <a:srgbClr val="E4DFDE"/>
                </a:solidFill>
                <a:latin typeface="Tahoma"/>
                <a:cs typeface="Tahoma"/>
              </a:rPr>
              <a:t>Lungs</a:t>
            </a:r>
            <a:endParaRPr sz="125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172734" y="3429534"/>
            <a:ext cx="424180" cy="424180"/>
            <a:chOff x="6172734" y="3429534"/>
            <a:chExt cx="424180" cy="424180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68120" y="3516551"/>
              <a:ext cx="236447" cy="24655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181724" y="3438524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406003" y="203001"/>
                  </a:moveTo>
                  <a:lnTo>
                    <a:pt x="406003" y="209650"/>
                  </a:lnTo>
                  <a:lnTo>
                    <a:pt x="405677" y="216282"/>
                  </a:lnTo>
                  <a:lnTo>
                    <a:pt x="405025" y="222899"/>
                  </a:lnTo>
                  <a:lnTo>
                    <a:pt x="404373" y="229515"/>
                  </a:lnTo>
                  <a:lnTo>
                    <a:pt x="403399" y="236084"/>
                  </a:lnTo>
                  <a:lnTo>
                    <a:pt x="402102" y="242605"/>
                  </a:lnTo>
                  <a:lnTo>
                    <a:pt x="400805" y="249125"/>
                  </a:lnTo>
                  <a:lnTo>
                    <a:pt x="399191" y="255567"/>
                  </a:lnTo>
                  <a:lnTo>
                    <a:pt x="397261" y="261929"/>
                  </a:lnTo>
                  <a:lnTo>
                    <a:pt x="395331" y="268292"/>
                  </a:lnTo>
                  <a:lnTo>
                    <a:pt x="378898" y="304559"/>
                  </a:lnTo>
                  <a:lnTo>
                    <a:pt x="371791" y="315783"/>
                  </a:lnTo>
                  <a:lnTo>
                    <a:pt x="368097" y="321311"/>
                  </a:lnTo>
                  <a:lnTo>
                    <a:pt x="364141" y="326644"/>
                  </a:lnTo>
                  <a:lnTo>
                    <a:pt x="359923" y="331784"/>
                  </a:lnTo>
                  <a:lnTo>
                    <a:pt x="355706" y="336923"/>
                  </a:lnTo>
                  <a:lnTo>
                    <a:pt x="351246" y="341844"/>
                  </a:lnTo>
                  <a:lnTo>
                    <a:pt x="346545" y="346545"/>
                  </a:lnTo>
                  <a:lnTo>
                    <a:pt x="341844" y="351246"/>
                  </a:lnTo>
                  <a:lnTo>
                    <a:pt x="336923" y="355706"/>
                  </a:lnTo>
                  <a:lnTo>
                    <a:pt x="331784" y="359923"/>
                  </a:lnTo>
                  <a:lnTo>
                    <a:pt x="326644" y="364141"/>
                  </a:lnTo>
                  <a:lnTo>
                    <a:pt x="321311" y="368097"/>
                  </a:lnTo>
                  <a:lnTo>
                    <a:pt x="315783" y="371791"/>
                  </a:lnTo>
                  <a:lnTo>
                    <a:pt x="310255" y="375484"/>
                  </a:lnTo>
                  <a:lnTo>
                    <a:pt x="280686" y="390550"/>
                  </a:lnTo>
                  <a:lnTo>
                    <a:pt x="274544" y="393094"/>
                  </a:lnTo>
                  <a:lnTo>
                    <a:pt x="268292" y="395331"/>
                  </a:lnTo>
                  <a:lnTo>
                    <a:pt x="261929" y="397261"/>
                  </a:lnTo>
                  <a:lnTo>
                    <a:pt x="255567" y="399191"/>
                  </a:lnTo>
                  <a:lnTo>
                    <a:pt x="249125" y="400805"/>
                  </a:lnTo>
                  <a:lnTo>
                    <a:pt x="242605" y="402102"/>
                  </a:lnTo>
                  <a:lnTo>
                    <a:pt x="236084" y="403399"/>
                  </a:lnTo>
                  <a:lnTo>
                    <a:pt x="229515" y="404373"/>
                  </a:lnTo>
                  <a:lnTo>
                    <a:pt x="222899" y="405025"/>
                  </a:lnTo>
                  <a:lnTo>
                    <a:pt x="216282" y="405677"/>
                  </a:lnTo>
                  <a:lnTo>
                    <a:pt x="209650" y="406003"/>
                  </a:lnTo>
                  <a:lnTo>
                    <a:pt x="203001" y="406003"/>
                  </a:lnTo>
                  <a:lnTo>
                    <a:pt x="196352" y="406003"/>
                  </a:lnTo>
                  <a:lnTo>
                    <a:pt x="189720" y="405677"/>
                  </a:lnTo>
                  <a:lnTo>
                    <a:pt x="183103" y="405025"/>
                  </a:lnTo>
                  <a:lnTo>
                    <a:pt x="176487" y="404373"/>
                  </a:lnTo>
                  <a:lnTo>
                    <a:pt x="169918" y="403399"/>
                  </a:lnTo>
                  <a:lnTo>
                    <a:pt x="163397" y="402102"/>
                  </a:lnTo>
                  <a:lnTo>
                    <a:pt x="156877" y="400805"/>
                  </a:lnTo>
                  <a:lnTo>
                    <a:pt x="125316" y="390550"/>
                  </a:lnTo>
                  <a:lnTo>
                    <a:pt x="119173" y="388006"/>
                  </a:lnTo>
                  <a:lnTo>
                    <a:pt x="113170" y="385166"/>
                  </a:lnTo>
                  <a:lnTo>
                    <a:pt x="107307" y="382032"/>
                  </a:lnTo>
                  <a:lnTo>
                    <a:pt x="101443" y="378898"/>
                  </a:lnTo>
                  <a:lnTo>
                    <a:pt x="95747" y="375484"/>
                  </a:lnTo>
                  <a:lnTo>
                    <a:pt x="90219" y="371791"/>
                  </a:lnTo>
                  <a:lnTo>
                    <a:pt x="84691" y="368097"/>
                  </a:lnTo>
                  <a:lnTo>
                    <a:pt x="79358" y="364141"/>
                  </a:lnTo>
                  <a:lnTo>
                    <a:pt x="74218" y="359923"/>
                  </a:lnTo>
                  <a:lnTo>
                    <a:pt x="69079" y="355706"/>
                  </a:lnTo>
                  <a:lnTo>
                    <a:pt x="64159" y="351246"/>
                  </a:lnTo>
                  <a:lnTo>
                    <a:pt x="59457" y="346545"/>
                  </a:lnTo>
                  <a:lnTo>
                    <a:pt x="54756" y="341844"/>
                  </a:lnTo>
                  <a:lnTo>
                    <a:pt x="30518" y="310255"/>
                  </a:lnTo>
                  <a:lnTo>
                    <a:pt x="12908" y="274544"/>
                  </a:lnTo>
                  <a:lnTo>
                    <a:pt x="3900" y="242605"/>
                  </a:lnTo>
                  <a:lnTo>
                    <a:pt x="2603" y="236084"/>
                  </a:lnTo>
                  <a:lnTo>
                    <a:pt x="1629" y="229515"/>
                  </a:lnTo>
                  <a:lnTo>
                    <a:pt x="977" y="222899"/>
                  </a:lnTo>
                  <a:lnTo>
                    <a:pt x="325" y="216282"/>
                  </a:lnTo>
                  <a:lnTo>
                    <a:pt x="0" y="209650"/>
                  </a:lnTo>
                  <a:lnTo>
                    <a:pt x="0" y="203001"/>
                  </a:lnTo>
                  <a:lnTo>
                    <a:pt x="0" y="196352"/>
                  </a:lnTo>
                  <a:lnTo>
                    <a:pt x="5197" y="156877"/>
                  </a:lnTo>
                  <a:lnTo>
                    <a:pt x="17996" y="119173"/>
                  </a:lnTo>
                  <a:lnTo>
                    <a:pt x="37905" y="84691"/>
                  </a:lnTo>
                  <a:lnTo>
                    <a:pt x="46079" y="74218"/>
                  </a:lnTo>
                  <a:lnTo>
                    <a:pt x="50297" y="69079"/>
                  </a:lnTo>
                  <a:lnTo>
                    <a:pt x="79358" y="41861"/>
                  </a:lnTo>
                  <a:lnTo>
                    <a:pt x="107307" y="23970"/>
                  </a:lnTo>
                  <a:lnTo>
                    <a:pt x="113170" y="20836"/>
                  </a:lnTo>
                  <a:lnTo>
                    <a:pt x="150435" y="6811"/>
                  </a:lnTo>
                  <a:lnTo>
                    <a:pt x="183103" y="977"/>
                  </a:lnTo>
                  <a:lnTo>
                    <a:pt x="189720" y="325"/>
                  </a:lnTo>
                  <a:lnTo>
                    <a:pt x="196352" y="0"/>
                  </a:lnTo>
                  <a:lnTo>
                    <a:pt x="203001" y="0"/>
                  </a:lnTo>
                  <a:lnTo>
                    <a:pt x="209650" y="0"/>
                  </a:lnTo>
                  <a:lnTo>
                    <a:pt x="216282" y="325"/>
                  </a:lnTo>
                  <a:lnTo>
                    <a:pt x="222899" y="977"/>
                  </a:lnTo>
                  <a:lnTo>
                    <a:pt x="229515" y="1629"/>
                  </a:lnTo>
                  <a:lnTo>
                    <a:pt x="261929" y="8741"/>
                  </a:lnTo>
                  <a:lnTo>
                    <a:pt x="268292" y="10671"/>
                  </a:lnTo>
                  <a:lnTo>
                    <a:pt x="274544" y="12908"/>
                  </a:lnTo>
                  <a:lnTo>
                    <a:pt x="280686" y="15452"/>
                  </a:lnTo>
                  <a:lnTo>
                    <a:pt x="286829" y="17996"/>
                  </a:lnTo>
                  <a:lnTo>
                    <a:pt x="292832" y="20836"/>
                  </a:lnTo>
                  <a:lnTo>
                    <a:pt x="298695" y="23970"/>
                  </a:lnTo>
                  <a:lnTo>
                    <a:pt x="304559" y="27104"/>
                  </a:lnTo>
                  <a:lnTo>
                    <a:pt x="310255" y="30518"/>
                  </a:lnTo>
                  <a:lnTo>
                    <a:pt x="315783" y="34211"/>
                  </a:lnTo>
                  <a:lnTo>
                    <a:pt x="321311" y="37905"/>
                  </a:lnTo>
                  <a:lnTo>
                    <a:pt x="346545" y="59457"/>
                  </a:lnTo>
                  <a:lnTo>
                    <a:pt x="351246" y="64159"/>
                  </a:lnTo>
                  <a:lnTo>
                    <a:pt x="355706" y="69079"/>
                  </a:lnTo>
                  <a:lnTo>
                    <a:pt x="359923" y="74218"/>
                  </a:lnTo>
                  <a:lnTo>
                    <a:pt x="364141" y="79358"/>
                  </a:lnTo>
                  <a:lnTo>
                    <a:pt x="368097" y="84691"/>
                  </a:lnTo>
                  <a:lnTo>
                    <a:pt x="371791" y="90219"/>
                  </a:lnTo>
                  <a:lnTo>
                    <a:pt x="375484" y="95747"/>
                  </a:lnTo>
                  <a:lnTo>
                    <a:pt x="393094" y="131458"/>
                  </a:lnTo>
                  <a:lnTo>
                    <a:pt x="397261" y="144073"/>
                  </a:lnTo>
                  <a:lnTo>
                    <a:pt x="399191" y="150435"/>
                  </a:lnTo>
                  <a:lnTo>
                    <a:pt x="400805" y="156877"/>
                  </a:lnTo>
                  <a:lnTo>
                    <a:pt x="402102" y="163397"/>
                  </a:lnTo>
                  <a:lnTo>
                    <a:pt x="403399" y="169918"/>
                  </a:lnTo>
                  <a:lnTo>
                    <a:pt x="404373" y="176487"/>
                  </a:lnTo>
                  <a:lnTo>
                    <a:pt x="405025" y="183103"/>
                  </a:lnTo>
                  <a:lnTo>
                    <a:pt x="405677" y="189720"/>
                  </a:lnTo>
                  <a:lnTo>
                    <a:pt x="406003" y="196352"/>
                  </a:lnTo>
                  <a:lnTo>
                    <a:pt x="406003" y="203001"/>
                  </a:lnTo>
                  <a:close/>
                </a:path>
              </a:pathLst>
            </a:custGeom>
            <a:ln w="17980">
              <a:solidFill>
                <a:srgbClr val="7B66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6170512" y="4003897"/>
            <a:ext cx="4980940" cy="5848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E4DFDE"/>
                </a:solidFill>
                <a:latin typeface="Tahoma"/>
                <a:cs typeface="Tahoma"/>
              </a:rPr>
              <a:t>Mathematics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dirty="0" sz="1250" spc="80">
                <a:solidFill>
                  <a:srgbClr val="E4DFDE"/>
                </a:solidFill>
                <a:latin typeface="Tahoma"/>
                <a:cs typeface="Tahoma"/>
              </a:rPr>
              <a:t>Use</a:t>
            </a:r>
            <a:r>
              <a:rPr dirty="0" sz="1250" spc="1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E4DFDE"/>
                </a:solidFill>
                <a:latin typeface="Tahoma"/>
                <a:cs typeface="Tahoma"/>
              </a:rPr>
              <a:t>GeoGebra</a:t>
            </a:r>
            <a:r>
              <a:rPr dirty="0" sz="1250" spc="10">
                <a:solidFill>
                  <a:srgbClr val="E4DFDE"/>
                </a:solidFill>
                <a:latin typeface="Tahoma"/>
                <a:cs typeface="Tahoma"/>
              </a:rPr>
              <a:t> to </a:t>
            </a:r>
            <a:r>
              <a:rPr dirty="0" sz="1250" spc="65">
                <a:solidFill>
                  <a:srgbClr val="E4DFDE"/>
                </a:solidFill>
                <a:latin typeface="Tahoma"/>
                <a:cs typeface="Tahoma"/>
              </a:rPr>
              <a:t>show</a:t>
            </a:r>
            <a:r>
              <a:rPr dirty="0" sz="1250" spc="10">
                <a:solidFill>
                  <a:srgbClr val="E4DFDE"/>
                </a:solidFill>
                <a:latin typeface="Tahoma"/>
                <a:cs typeface="Tahoma"/>
              </a:rPr>
              <a:t> Circles, Graphs, and Derivatives in real</a:t>
            </a:r>
            <a:r>
              <a:rPr dirty="0" sz="1250" spc="1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-20">
                <a:solidFill>
                  <a:srgbClr val="E4DFDE"/>
                </a:solidFill>
                <a:latin typeface="Tahoma"/>
                <a:cs typeface="Tahoma"/>
              </a:rPr>
              <a:t>time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57225" y="5137786"/>
            <a:ext cx="406400" cy="379730"/>
          </a:xfrm>
          <a:custGeom>
            <a:avLst/>
            <a:gdLst/>
            <a:ahLst/>
            <a:cxnLst/>
            <a:rect l="l" t="t" r="r" b="b"/>
            <a:pathLst>
              <a:path w="406400" h="379729">
                <a:moveTo>
                  <a:pt x="397643" y="289073"/>
                </a:moveTo>
                <a:lnTo>
                  <a:pt x="363187" y="297597"/>
                </a:lnTo>
                <a:lnTo>
                  <a:pt x="343671" y="297684"/>
                </a:lnTo>
              </a:path>
              <a:path w="406400" h="379729">
                <a:moveTo>
                  <a:pt x="29016" y="297623"/>
                </a:moveTo>
                <a:lnTo>
                  <a:pt x="23667" y="297071"/>
                </a:lnTo>
                <a:lnTo>
                  <a:pt x="18332" y="295554"/>
                </a:lnTo>
                <a:lnTo>
                  <a:pt x="12917" y="292762"/>
                </a:lnTo>
                <a:lnTo>
                  <a:pt x="9445" y="290029"/>
                </a:lnTo>
              </a:path>
              <a:path w="406400" h="379729">
                <a:moveTo>
                  <a:pt x="397643" y="289073"/>
                </a:moveTo>
                <a:lnTo>
                  <a:pt x="405915" y="251606"/>
                </a:lnTo>
                <a:lnTo>
                  <a:pt x="405994" y="227949"/>
                </a:lnTo>
              </a:path>
              <a:path w="406400" h="379729">
                <a:moveTo>
                  <a:pt x="9445" y="290029"/>
                </a:moveTo>
                <a:lnTo>
                  <a:pt x="119" y="252585"/>
                </a:lnTo>
                <a:lnTo>
                  <a:pt x="14" y="232097"/>
                </a:lnTo>
              </a:path>
              <a:path w="406400" h="379729">
                <a:moveTo>
                  <a:pt x="88" y="29545"/>
                </a:moveTo>
                <a:lnTo>
                  <a:pt x="650" y="24270"/>
                </a:lnTo>
                <a:lnTo>
                  <a:pt x="1484" y="20704"/>
                </a:lnTo>
                <a:lnTo>
                  <a:pt x="3573" y="15445"/>
                </a:lnTo>
                <a:lnTo>
                  <a:pt x="5659" y="11917"/>
                </a:lnTo>
              </a:path>
              <a:path w="406400" h="379729">
                <a:moveTo>
                  <a:pt x="405991" y="33075"/>
                </a:moveTo>
                <a:lnTo>
                  <a:pt x="382953" y="628"/>
                </a:lnTo>
                <a:lnTo>
                  <a:pt x="377627" y="44"/>
                </a:lnTo>
                <a:lnTo>
                  <a:pt x="365125" y="0"/>
                </a:lnTo>
              </a:path>
              <a:path w="406400" h="379729">
                <a:moveTo>
                  <a:pt x="29017" y="36"/>
                </a:moveTo>
                <a:lnTo>
                  <a:pt x="8674" y="8645"/>
                </a:lnTo>
                <a:lnTo>
                  <a:pt x="5659" y="11917"/>
                </a:lnTo>
              </a:path>
              <a:path w="406400" h="379729">
                <a:moveTo>
                  <a:pt x="267485" y="379318"/>
                </a:moveTo>
                <a:lnTo>
                  <a:pt x="244020" y="297674"/>
                </a:lnTo>
              </a:path>
              <a:path w="406400" h="379729">
                <a:moveTo>
                  <a:pt x="146465" y="379329"/>
                </a:moveTo>
                <a:lnTo>
                  <a:pt x="294883" y="379307"/>
                </a:lnTo>
              </a:path>
              <a:path w="406400" h="379729">
                <a:moveTo>
                  <a:pt x="161726" y="297671"/>
                </a:moveTo>
                <a:lnTo>
                  <a:pt x="138501" y="379323"/>
                </a:lnTo>
              </a:path>
              <a:path w="406400" h="379729">
                <a:moveTo>
                  <a:pt x="406003" y="241053"/>
                </a:moveTo>
                <a:lnTo>
                  <a:pt x="0" y="241057"/>
                </a:lnTo>
              </a:path>
              <a:path w="406400" h="379729">
                <a:moveTo>
                  <a:pt x="343671" y="297684"/>
                </a:moveTo>
                <a:lnTo>
                  <a:pt x="29016" y="297623"/>
                </a:lnTo>
              </a:path>
              <a:path w="406400" h="379729">
                <a:moveTo>
                  <a:pt x="110176" y="379320"/>
                </a:moveTo>
                <a:lnTo>
                  <a:pt x="146465" y="379329"/>
                </a:lnTo>
              </a:path>
              <a:path w="406400" h="379729">
                <a:moveTo>
                  <a:pt x="405994" y="227949"/>
                </a:moveTo>
                <a:lnTo>
                  <a:pt x="405991" y="33075"/>
                </a:lnTo>
              </a:path>
              <a:path w="406400" h="379729">
                <a:moveTo>
                  <a:pt x="14" y="232097"/>
                </a:moveTo>
                <a:lnTo>
                  <a:pt x="88" y="29545"/>
                </a:lnTo>
              </a:path>
              <a:path w="406400" h="379729">
                <a:moveTo>
                  <a:pt x="365125" y="0"/>
                </a:moveTo>
                <a:lnTo>
                  <a:pt x="29017" y="36"/>
                </a:lnTo>
              </a:path>
            </a:pathLst>
          </a:custGeom>
          <a:ln w="17983">
            <a:solidFill>
              <a:srgbClr val="7B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648840" y="5550677"/>
            <a:ext cx="4639945" cy="714375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dirty="0" sz="1600" spc="-70" b="1">
                <a:solidFill>
                  <a:srgbClr val="E4DFDE"/>
                </a:solidFill>
                <a:latin typeface="Tahoma"/>
                <a:cs typeface="Tahoma"/>
              </a:rPr>
              <a:t>Computer</a:t>
            </a:r>
            <a:r>
              <a:rPr dirty="0" sz="1600" spc="-145" b="1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600" spc="-10" b="1">
                <a:solidFill>
                  <a:srgbClr val="E4DFDE"/>
                </a:solidFill>
                <a:latin typeface="Tahoma"/>
                <a:cs typeface="Tahoma"/>
              </a:rPr>
              <a:t>Science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1250" spc="80">
                <a:solidFill>
                  <a:srgbClr val="E4DFDE"/>
                </a:solidFill>
                <a:latin typeface="Tahoma"/>
                <a:cs typeface="Tahoma"/>
              </a:rPr>
              <a:t>Use</a:t>
            </a:r>
            <a:r>
              <a:rPr dirty="0" sz="1250" spc="-1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60">
                <a:solidFill>
                  <a:srgbClr val="E4DFDE"/>
                </a:solidFill>
                <a:latin typeface="Tahoma"/>
                <a:cs typeface="Tahoma"/>
              </a:rPr>
              <a:t>ChatGPT</a:t>
            </a:r>
            <a:r>
              <a:rPr dirty="0" sz="1250" spc="-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E4DFDE"/>
                </a:solidFill>
                <a:latin typeface="Tahoma"/>
                <a:cs typeface="Tahoma"/>
              </a:rPr>
              <a:t>to</a:t>
            </a:r>
            <a:r>
              <a:rPr dirty="0" sz="1250" spc="-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E4DFDE"/>
                </a:solidFill>
                <a:latin typeface="Tahoma"/>
                <a:cs typeface="Tahoma"/>
              </a:rPr>
              <a:t>generate</a:t>
            </a:r>
            <a:r>
              <a:rPr dirty="0" sz="1250" spc="-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E4DFDE"/>
                </a:solidFill>
                <a:latin typeface="Tahoma"/>
                <a:cs typeface="Tahoma"/>
              </a:rPr>
              <a:t>code,</a:t>
            </a:r>
            <a:r>
              <a:rPr dirty="0" sz="1250" spc="-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E4DFDE"/>
                </a:solidFill>
                <a:latin typeface="Tahoma"/>
                <a:cs typeface="Tahoma"/>
              </a:rPr>
              <a:t>explain</a:t>
            </a:r>
            <a:r>
              <a:rPr dirty="0" sz="1250" spc="-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E4DFDE"/>
                </a:solidFill>
                <a:latin typeface="Tahoma"/>
                <a:cs typeface="Tahoma"/>
              </a:rPr>
              <a:t>code,</a:t>
            </a:r>
            <a:r>
              <a:rPr dirty="0" sz="1250" spc="-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E4DFDE"/>
                </a:solidFill>
                <a:latin typeface="Tahoma"/>
                <a:cs typeface="Tahoma"/>
              </a:rPr>
              <a:t>and</a:t>
            </a:r>
            <a:r>
              <a:rPr dirty="0" sz="1250" spc="-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E4DFDE"/>
                </a:solidFill>
                <a:latin typeface="Tahoma"/>
                <a:cs typeface="Tahoma"/>
              </a:rPr>
              <a:t>debug</a:t>
            </a:r>
            <a:r>
              <a:rPr dirty="0" sz="1250" spc="-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60">
                <a:solidFill>
                  <a:srgbClr val="E4DFDE"/>
                </a:solidFill>
                <a:latin typeface="Tahoma"/>
                <a:cs typeface="Tahoma"/>
              </a:rPr>
              <a:t>code</a:t>
            </a:r>
            <a:endParaRPr sz="1250">
              <a:latin typeface="Tahoma"/>
              <a:cs typeface="Tahoma"/>
            </a:endParaRPr>
          </a:p>
        </p:txBody>
      </p:sp>
      <p:pic>
        <p:nvPicPr>
          <p:cNvPr id="19" name="object 19">
            <a:hlinkClick r:id="rId7"/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111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35"/>
              <a:t>Subject-</a:t>
            </a:r>
            <a:r>
              <a:rPr dirty="0" spc="-110"/>
              <a:t>wise</a:t>
            </a:r>
            <a:r>
              <a:rPr dirty="0" spc="-330"/>
              <a:t> </a:t>
            </a:r>
            <a:r>
              <a:rPr dirty="0" spc="-135"/>
              <a:t>Examples</a:t>
            </a:r>
            <a:r>
              <a:rPr dirty="0" spc="-325"/>
              <a:t> </a:t>
            </a:r>
            <a:r>
              <a:rPr dirty="0" spc="-170"/>
              <a:t>(Humanities</a:t>
            </a:r>
            <a:r>
              <a:rPr dirty="0" spc="-325"/>
              <a:t> </a:t>
            </a:r>
            <a:r>
              <a:rPr dirty="0" spc="495"/>
              <a:t>s</a:t>
            </a:r>
            <a:r>
              <a:rPr dirty="0" spc="-325"/>
              <a:t> </a:t>
            </a:r>
            <a:r>
              <a:rPr dirty="0" spc="-85"/>
              <a:t>Commerce)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8840" y="1367948"/>
            <a:ext cx="4571365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60">
                <a:solidFill>
                  <a:srgbClr val="E4DFDE"/>
                </a:solidFill>
                <a:latin typeface="Tahoma"/>
                <a:cs typeface="Tahoma"/>
              </a:rPr>
              <a:t>Some </a:t>
            </a:r>
            <a:r>
              <a:rPr dirty="0" sz="1250" spc="-20">
                <a:solidFill>
                  <a:srgbClr val="E4DFDE"/>
                </a:solidFill>
                <a:latin typeface="Tahoma"/>
                <a:cs typeface="Tahoma"/>
              </a:rPr>
              <a:t>AI</a:t>
            </a:r>
            <a:r>
              <a:rPr dirty="0" sz="1250" spc="6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E4DFDE"/>
                </a:solidFill>
                <a:latin typeface="Tahoma"/>
                <a:cs typeface="Tahoma"/>
              </a:rPr>
              <a:t>applications</a:t>
            </a:r>
            <a:r>
              <a:rPr dirty="0" sz="1250" spc="6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E4DFDE"/>
                </a:solidFill>
                <a:latin typeface="Tahoma"/>
                <a:cs typeface="Tahoma"/>
              </a:rPr>
              <a:t>for</a:t>
            </a:r>
            <a:r>
              <a:rPr dirty="0" sz="1250" spc="6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E4DFDE"/>
                </a:solidFill>
                <a:latin typeface="Tahoma"/>
                <a:cs typeface="Tahoma"/>
              </a:rPr>
              <a:t>Humanities</a:t>
            </a:r>
            <a:r>
              <a:rPr dirty="0" sz="1250" spc="6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E4DFDE"/>
                </a:solidFill>
                <a:latin typeface="Tahoma"/>
                <a:cs typeface="Tahoma"/>
              </a:rPr>
              <a:t>and</a:t>
            </a:r>
            <a:r>
              <a:rPr dirty="0" sz="1250" spc="6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60">
                <a:solidFill>
                  <a:srgbClr val="E4DFDE"/>
                </a:solidFill>
                <a:latin typeface="Tahoma"/>
                <a:cs typeface="Tahoma"/>
              </a:rPr>
              <a:t>Commerce</a:t>
            </a:r>
            <a:r>
              <a:rPr dirty="0" sz="1250" spc="6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E4DFDE"/>
                </a:solidFill>
                <a:latin typeface="Tahoma"/>
                <a:cs typeface="Tahoma"/>
              </a:rPr>
              <a:t>subjects:</a:t>
            </a:r>
            <a:endParaRPr sz="125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50608" y="1753133"/>
            <a:ext cx="419734" cy="424180"/>
            <a:chOff x="650608" y="1753133"/>
            <a:chExt cx="419734" cy="424180"/>
          </a:xfrm>
        </p:grpSpPr>
        <p:sp>
          <p:nvSpPr>
            <p:cNvPr id="5" name="object 5"/>
            <p:cNvSpPr/>
            <p:nvPr/>
          </p:nvSpPr>
          <p:spPr>
            <a:xfrm>
              <a:off x="696899" y="1762493"/>
              <a:ext cx="327660" cy="405765"/>
            </a:xfrm>
            <a:custGeom>
              <a:avLst/>
              <a:gdLst/>
              <a:ahLst/>
              <a:cxnLst/>
              <a:rect l="l" t="t" r="r" b="b"/>
              <a:pathLst>
                <a:path w="327659" h="405764">
                  <a:moveTo>
                    <a:pt x="326832" y="320135"/>
                  </a:moveTo>
                  <a:lnTo>
                    <a:pt x="278545" y="305245"/>
                  </a:lnTo>
                  <a:lnTo>
                    <a:pt x="233821" y="295849"/>
                  </a:lnTo>
                  <a:lnTo>
                    <a:pt x="189636" y="291119"/>
                  </a:lnTo>
                  <a:lnTo>
                    <a:pt x="156984" y="290437"/>
                  </a:lnTo>
                  <a:lnTo>
                    <a:pt x="140814" y="290648"/>
                  </a:lnTo>
                  <a:lnTo>
                    <a:pt x="95942" y="295447"/>
                  </a:lnTo>
                  <a:lnTo>
                    <a:pt x="47094" y="305695"/>
                  </a:lnTo>
                  <a:lnTo>
                    <a:pt x="7149" y="316627"/>
                  </a:lnTo>
                  <a:lnTo>
                    <a:pt x="0" y="320580"/>
                  </a:lnTo>
                </a:path>
                <a:path w="327659" h="405764">
                  <a:moveTo>
                    <a:pt x="197494" y="401673"/>
                  </a:moveTo>
                  <a:lnTo>
                    <a:pt x="161043" y="405509"/>
                  </a:lnTo>
                  <a:lnTo>
                    <a:pt x="153728" y="405399"/>
                  </a:lnTo>
                  <a:lnTo>
                    <a:pt x="147487" y="405157"/>
                  </a:lnTo>
                  <a:lnTo>
                    <a:pt x="141411" y="404325"/>
                  </a:lnTo>
                  <a:lnTo>
                    <a:pt x="135480" y="403235"/>
                  </a:lnTo>
                  <a:lnTo>
                    <a:pt x="129694" y="401887"/>
                  </a:lnTo>
                </a:path>
                <a:path w="327659" h="405764">
                  <a:moveTo>
                    <a:pt x="284127" y="207453"/>
                  </a:moveTo>
                  <a:lnTo>
                    <a:pt x="283064" y="224620"/>
                  </a:lnTo>
                  <a:lnTo>
                    <a:pt x="281375" y="242344"/>
                  </a:lnTo>
                  <a:lnTo>
                    <a:pt x="279151" y="259995"/>
                  </a:lnTo>
                  <a:lnTo>
                    <a:pt x="276482" y="276943"/>
                  </a:lnTo>
                  <a:lnTo>
                    <a:pt x="270305" y="302877"/>
                  </a:lnTo>
                </a:path>
                <a:path w="327659" h="405764">
                  <a:moveTo>
                    <a:pt x="56492" y="302998"/>
                  </a:moveTo>
                  <a:lnTo>
                    <a:pt x="47356" y="263989"/>
                  </a:lnTo>
                  <a:lnTo>
                    <a:pt x="42832" y="218629"/>
                  </a:lnTo>
                  <a:lnTo>
                    <a:pt x="41944" y="201876"/>
                  </a:lnTo>
                  <a:lnTo>
                    <a:pt x="42213" y="193376"/>
                  </a:lnTo>
                </a:path>
                <a:path w="327659" h="405764">
                  <a:moveTo>
                    <a:pt x="284018" y="202269"/>
                  </a:moveTo>
                  <a:lnTo>
                    <a:pt x="282973" y="181068"/>
                  </a:lnTo>
                  <a:lnTo>
                    <a:pt x="281488" y="162703"/>
                  </a:lnTo>
                  <a:lnTo>
                    <a:pt x="279517" y="146012"/>
                  </a:lnTo>
                  <a:lnTo>
                    <a:pt x="277014" y="129829"/>
                  </a:lnTo>
                  <a:lnTo>
                    <a:pt x="272407" y="110989"/>
                  </a:lnTo>
                </a:path>
                <a:path w="327659" h="405764">
                  <a:moveTo>
                    <a:pt x="327578" y="86086"/>
                  </a:moveTo>
                  <a:lnTo>
                    <a:pt x="281934" y="99101"/>
                  </a:lnTo>
                  <a:lnTo>
                    <a:pt x="233315" y="108802"/>
                  </a:lnTo>
                  <a:lnTo>
                    <a:pt x="192323" y="113222"/>
                  </a:lnTo>
                  <a:lnTo>
                    <a:pt x="156004" y="114345"/>
                  </a:lnTo>
                  <a:lnTo>
                    <a:pt x="143076" y="113738"/>
                  </a:lnTo>
                  <a:lnTo>
                    <a:pt x="105027" y="110636"/>
                  </a:lnTo>
                  <a:lnTo>
                    <a:pt x="68743" y="104407"/>
                  </a:lnTo>
                  <a:lnTo>
                    <a:pt x="56326" y="101826"/>
                  </a:lnTo>
                </a:path>
                <a:path w="327659" h="405764">
                  <a:moveTo>
                    <a:pt x="42213" y="193376"/>
                  </a:moveTo>
                  <a:lnTo>
                    <a:pt x="43454" y="174912"/>
                  </a:lnTo>
                  <a:lnTo>
                    <a:pt x="45127" y="157997"/>
                  </a:lnTo>
                  <a:lnTo>
                    <a:pt x="47294" y="141883"/>
                  </a:lnTo>
                  <a:lnTo>
                    <a:pt x="50019" y="125826"/>
                  </a:lnTo>
                  <a:lnTo>
                    <a:pt x="55531" y="104078"/>
                  </a:lnTo>
                </a:path>
                <a:path w="327659" h="405764">
                  <a:moveTo>
                    <a:pt x="205099" y="6046"/>
                  </a:moveTo>
                  <a:lnTo>
                    <a:pt x="164034" y="0"/>
                  </a:lnTo>
                  <a:lnTo>
                    <a:pt x="152884" y="173"/>
                  </a:lnTo>
                  <a:lnTo>
                    <a:pt x="141938" y="784"/>
                  </a:lnTo>
                  <a:lnTo>
                    <a:pt x="134460" y="2279"/>
                  </a:lnTo>
                  <a:lnTo>
                    <a:pt x="126637" y="4334"/>
                  </a:lnTo>
                  <a:lnTo>
                    <a:pt x="118200" y="7077"/>
                  </a:lnTo>
                  <a:lnTo>
                    <a:pt x="108883" y="10633"/>
                  </a:lnTo>
                </a:path>
              </a:pathLst>
            </a:custGeom>
            <a:ln w="17983">
              <a:solidFill>
                <a:srgbClr val="7B66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0608" y="1836387"/>
              <a:ext cx="419156" cy="34073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59589" y="1762124"/>
              <a:ext cx="401320" cy="396240"/>
            </a:xfrm>
            <a:custGeom>
              <a:avLst/>
              <a:gdLst/>
              <a:ahLst/>
              <a:cxnLst/>
              <a:rect l="l" t="t" r="r" b="b"/>
              <a:pathLst>
                <a:path w="401319" h="396239">
                  <a:moveTo>
                    <a:pt x="401114" y="202641"/>
                  </a:moveTo>
                  <a:lnTo>
                    <a:pt x="0" y="202637"/>
                  </a:lnTo>
                </a:path>
                <a:path w="401319" h="396239">
                  <a:moveTo>
                    <a:pt x="199488" y="283734"/>
                  </a:moveTo>
                  <a:lnTo>
                    <a:pt x="200158" y="282605"/>
                  </a:lnTo>
                  <a:lnTo>
                    <a:pt x="200136" y="0"/>
                  </a:lnTo>
                </a:path>
                <a:path w="401319" h="396239">
                  <a:moveTo>
                    <a:pt x="93636" y="102194"/>
                  </a:moveTo>
                  <a:lnTo>
                    <a:pt x="35272" y="85936"/>
                  </a:lnTo>
                </a:path>
                <a:path w="401319" h="396239">
                  <a:moveTo>
                    <a:pt x="362144" y="82612"/>
                  </a:moveTo>
                  <a:lnTo>
                    <a:pt x="362486" y="83548"/>
                  </a:lnTo>
                </a:path>
                <a:path w="401319" h="396239">
                  <a:moveTo>
                    <a:pt x="291828" y="101630"/>
                  </a:moveTo>
                  <a:lnTo>
                    <a:pt x="307630" y="102522"/>
                  </a:lnTo>
                </a:path>
                <a:path w="401319" h="396239">
                  <a:moveTo>
                    <a:pt x="106" y="199010"/>
                  </a:moveTo>
                  <a:lnTo>
                    <a:pt x="3893" y="160595"/>
                  </a:lnTo>
                  <a:lnTo>
                    <a:pt x="15018" y="123644"/>
                  </a:lnTo>
                  <a:lnTo>
                    <a:pt x="33064" y="89533"/>
                  </a:lnTo>
                  <a:lnTo>
                    <a:pt x="57360" y="59537"/>
                  </a:lnTo>
                  <a:lnTo>
                    <a:pt x="86987" y="34793"/>
                  </a:lnTo>
                  <a:lnTo>
                    <a:pt x="120823" y="16237"/>
                  </a:lnTo>
                  <a:lnTo>
                    <a:pt x="127982" y="13335"/>
                  </a:lnTo>
                  <a:lnTo>
                    <a:pt x="135259" y="10709"/>
                  </a:lnTo>
                </a:path>
                <a:path w="401319" h="396239">
                  <a:moveTo>
                    <a:pt x="266226" y="11256"/>
                  </a:moveTo>
                  <a:lnTo>
                    <a:pt x="307002" y="31149"/>
                  </a:lnTo>
                  <a:lnTo>
                    <a:pt x="342483" y="59559"/>
                  </a:lnTo>
                  <a:lnTo>
                    <a:pt x="352765" y="70648"/>
                  </a:lnTo>
                  <a:lnTo>
                    <a:pt x="362253" y="82531"/>
                  </a:lnTo>
                </a:path>
                <a:path w="401319" h="396239">
                  <a:moveTo>
                    <a:pt x="147726" y="13490"/>
                  </a:moveTo>
                  <a:lnTo>
                    <a:pt x="129543" y="32819"/>
                  </a:lnTo>
                  <a:lnTo>
                    <a:pt x="114502" y="54055"/>
                  </a:lnTo>
                  <a:lnTo>
                    <a:pt x="102601" y="77198"/>
                  </a:lnTo>
                  <a:lnTo>
                    <a:pt x="93842" y="102248"/>
                  </a:lnTo>
                </a:path>
                <a:path w="401319" h="396239">
                  <a:moveTo>
                    <a:pt x="240986" y="6410"/>
                  </a:moveTo>
                  <a:lnTo>
                    <a:pt x="241351" y="5813"/>
                  </a:lnTo>
                </a:path>
                <a:path w="401319" h="396239">
                  <a:moveTo>
                    <a:pt x="242408" y="6414"/>
                  </a:moveTo>
                  <a:lnTo>
                    <a:pt x="242800" y="7137"/>
                  </a:lnTo>
                  <a:lnTo>
                    <a:pt x="246703" y="7532"/>
                  </a:lnTo>
                  <a:lnTo>
                    <a:pt x="250912" y="10082"/>
                  </a:lnTo>
                  <a:lnTo>
                    <a:pt x="252988" y="10764"/>
                  </a:lnTo>
                </a:path>
                <a:path w="401319" h="396239">
                  <a:moveTo>
                    <a:pt x="269760" y="393528"/>
                  </a:moveTo>
                  <a:lnTo>
                    <a:pt x="258811" y="392737"/>
                  </a:lnTo>
                </a:path>
                <a:path w="401319" h="396239">
                  <a:moveTo>
                    <a:pt x="264441" y="395397"/>
                  </a:moveTo>
                  <a:lnTo>
                    <a:pt x="258811" y="392737"/>
                  </a:lnTo>
                </a:path>
                <a:path w="401319" h="396239">
                  <a:moveTo>
                    <a:pt x="134653" y="395009"/>
                  </a:moveTo>
                  <a:lnTo>
                    <a:pt x="149155" y="395826"/>
                  </a:lnTo>
                </a:path>
                <a:path w="401319" h="396239">
                  <a:moveTo>
                    <a:pt x="266218" y="11277"/>
                  </a:moveTo>
                  <a:lnTo>
                    <a:pt x="252988" y="10764"/>
                  </a:lnTo>
                </a:path>
                <a:path w="401319" h="396239">
                  <a:moveTo>
                    <a:pt x="135210" y="10563"/>
                  </a:moveTo>
                  <a:lnTo>
                    <a:pt x="146193" y="11001"/>
                  </a:lnTo>
                </a:path>
                <a:path w="401319" h="396239">
                  <a:moveTo>
                    <a:pt x="309399" y="111428"/>
                  </a:moveTo>
                  <a:lnTo>
                    <a:pt x="295652" y="71607"/>
                  </a:lnTo>
                  <a:lnTo>
                    <a:pt x="273355" y="35770"/>
                  </a:lnTo>
                  <a:lnTo>
                    <a:pt x="264240" y="25088"/>
                  </a:lnTo>
                  <a:lnTo>
                    <a:pt x="254296" y="15062"/>
                  </a:lnTo>
                </a:path>
              </a:pathLst>
            </a:custGeom>
            <a:ln w="17983">
              <a:solidFill>
                <a:srgbClr val="7B66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648840" y="2188353"/>
            <a:ext cx="5297170" cy="714375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dirty="0" sz="1600" spc="-10" b="1">
                <a:solidFill>
                  <a:srgbClr val="E4DFDE"/>
                </a:solidFill>
                <a:latin typeface="Tahoma"/>
                <a:cs typeface="Tahoma"/>
              </a:rPr>
              <a:t>Geography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1250" spc="80">
                <a:solidFill>
                  <a:srgbClr val="E4DFDE"/>
                </a:solidFill>
                <a:latin typeface="Tahoma"/>
                <a:cs typeface="Tahoma"/>
              </a:rPr>
              <a:t>Use</a:t>
            </a:r>
            <a:r>
              <a:rPr dirty="0" sz="1250" spc="-3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E4DFDE"/>
                </a:solidFill>
                <a:latin typeface="Tahoma"/>
                <a:cs typeface="Tahoma"/>
              </a:rPr>
              <a:t>Google</a:t>
            </a:r>
            <a:r>
              <a:rPr dirty="0" sz="1250" spc="-3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E4DFDE"/>
                </a:solidFill>
                <a:latin typeface="Tahoma"/>
                <a:cs typeface="Tahoma"/>
              </a:rPr>
              <a:t>Earth</a:t>
            </a:r>
            <a:r>
              <a:rPr dirty="0" sz="1250" spc="-3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E4DFDE"/>
                </a:solidFill>
                <a:latin typeface="Tahoma"/>
                <a:cs typeface="Tahoma"/>
              </a:rPr>
              <a:t>to</a:t>
            </a:r>
            <a:r>
              <a:rPr dirty="0" sz="1250" spc="-3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65">
                <a:solidFill>
                  <a:srgbClr val="E4DFDE"/>
                </a:solidFill>
                <a:latin typeface="Tahoma"/>
                <a:cs typeface="Tahoma"/>
              </a:rPr>
              <a:t>show</a:t>
            </a:r>
            <a:r>
              <a:rPr dirty="0" sz="1250" spc="-3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45">
                <a:solidFill>
                  <a:srgbClr val="E4DFDE"/>
                </a:solidFill>
                <a:latin typeface="Tahoma"/>
                <a:cs typeface="Tahoma"/>
              </a:rPr>
              <a:t>Volcanoes,</a:t>
            </a:r>
            <a:r>
              <a:rPr dirty="0" sz="1250" spc="-3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E4DFDE"/>
                </a:solidFill>
                <a:latin typeface="Tahoma"/>
                <a:cs typeface="Tahoma"/>
              </a:rPr>
              <a:t>the</a:t>
            </a:r>
            <a:r>
              <a:rPr dirty="0" sz="1250" spc="-3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60">
                <a:solidFill>
                  <a:srgbClr val="E4DFDE"/>
                </a:solidFill>
                <a:latin typeface="Tahoma"/>
                <a:cs typeface="Tahoma"/>
              </a:rPr>
              <a:t>Amazon</a:t>
            </a:r>
            <a:r>
              <a:rPr dirty="0" sz="1250" spc="-3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E4DFDE"/>
                </a:solidFill>
                <a:latin typeface="Tahoma"/>
                <a:cs typeface="Tahoma"/>
              </a:rPr>
              <a:t>Forest,</a:t>
            </a:r>
            <a:r>
              <a:rPr dirty="0" sz="1250" spc="-3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E4DFDE"/>
                </a:solidFill>
                <a:latin typeface="Tahoma"/>
                <a:cs typeface="Tahoma"/>
              </a:rPr>
              <a:t>and</a:t>
            </a:r>
            <a:r>
              <a:rPr dirty="0" sz="1250" spc="-3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65">
                <a:solidFill>
                  <a:srgbClr val="E4DFDE"/>
                </a:solidFill>
                <a:latin typeface="Tahoma"/>
                <a:cs typeface="Tahoma"/>
              </a:rPr>
              <a:t>3D</a:t>
            </a:r>
            <a:r>
              <a:rPr dirty="0" sz="1250" spc="-3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E4DFDE"/>
                </a:solidFill>
                <a:latin typeface="Tahoma"/>
                <a:cs typeface="Tahoma"/>
              </a:rPr>
              <a:t>Cities</a:t>
            </a:r>
            <a:endParaRPr sz="125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249534" y="1753133"/>
            <a:ext cx="270510" cy="424180"/>
            <a:chOff x="6249534" y="1753133"/>
            <a:chExt cx="270510" cy="42418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49534" y="1831582"/>
              <a:ext cx="204206" cy="34553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393919" y="1762124"/>
              <a:ext cx="117475" cy="261620"/>
            </a:xfrm>
            <a:custGeom>
              <a:avLst/>
              <a:gdLst/>
              <a:ahLst/>
              <a:cxnLst/>
              <a:rect l="l" t="t" r="r" b="b"/>
              <a:pathLst>
                <a:path w="117475" h="261619">
                  <a:moveTo>
                    <a:pt x="116197" y="0"/>
                  </a:moveTo>
                  <a:lnTo>
                    <a:pt x="116694" y="9878"/>
                  </a:lnTo>
                  <a:lnTo>
                    <a:pt x="116970" y="20957"/>
                  </a:lnTo>
                  <a:lnTo>
                    <a:pt x="116967" y="33934"/>
                  </a:lnTo>
                  <a:lnTo>
                    <a:pt x="112952" y="75165"/>
                  </a:lnTo>
                  <a:lnTo>
                    <a:pt x="100949" y="119651"/>
                  </a:lnTo>
                  <a:lnTo>
                    <a:pt x="74339" y="175110"/>
                  </a:lnTo>
                  <a:lnTo>
                    <a:pt x="48964" y="211760"/>
                  </a:lnTo>
                  <a:lnTo>
                    <a:pt x="20168" y="243552"/>
                  </a:lnTo>
                  <a:lnTo>
                    <a:pt x="5199" y="256920"/>
                  </a:lnTo>
                  <a:lnTo>
                    <a:pt x="0" y="261362"/>
                  </a:lnTo>
                </a:path>
              </a:pathLst>
            </a:custGeom>
            <a:ln w="17982">
              <a:solidFill>
                <a:srgbClr val="7B66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79453" y="1753133"/>
              <a:ext cx="239653" cy="326558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6170512" y="2188353"/>
            <a:ext cx="5146675" cy="962025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dirty="0" sz="1600" spc="-10" b="1">
                <a:solidFill>
                  <a:srgbClr val="E4DFDE"/>
                </a:solidFill>
                <a:latin typeface="Tahoma"/>
                <a:cs typeface="Tahoma"/>
              </a:rPr>
              <a:t>English</a:t>
            </a:r>
            <a:endParaRPr sz="1600">
              <a:latin typeface="Tahoma"/>
              <a:cs typeface="Tahoma"/>
            </a:endParaRPr>
          </a:p>
          <a:p>
            <a:pPr marL="12700" marR="5080">
              <a:lnSpc>
                <a:spcPct val="130000"/>
              </a:lnSpc>
              <a:spcBef>
                <a:spcPts val="455"/>
              </a:spcBef>
            </a:pPr>
            <a:r>
              <a:rPr dirty="0" sz="1250" spc="10">
                <a:solidFill>
                  <a:srgbClr val="E4DFDE"/>
                </a:solidFill>
                <a:latin typeface="Tahoma"/>
                <a:cs typeface="Tahoma"/>
              </a:rPr>
              <a:t>Generate</a:t>
            </a:r>
            <a:r>
              <a:rPr dirty="0" sz="1250" spc="4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E4DFDE"/>
                </a:solidFill>
                <a:latin typeface="Tahoma"/>
                <a:cs typeface="Tahoma"/>
              </a:rPr>
              <a:t>Grammar</a:t>
            </a:r>
            <a:r>
              <a:rPr dirty="0" sz="1250" spc="4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E4DFDE"/>
                </a:solidFill>
                <a:latin typeface="Tahoma"/>
                <a:cs typeface="Tahoma"/>
              </a:rPr>
              <a:t>Exercises,</a:t>
            </a:r>
            <a:r>
              <a:rPr dirty="0" sz="1250" spc="4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45">
                <a:solidFill>
                  <a:srgbClr val="E4DFDE"/>
                </a:solidFill>
                <a:latin typeface="Tahoma"/>
                <a:cs typeface="Tahoma"/>
              </a:rPr>
              <a:t>Vocabulary </a:t>
            </a:r>
            <a:r>
              <a:rPr dirty="0" sz="1250" spc="50">
                <a:solidFill>
                  <a:srgbClr val="E4DFDE"/>
                </a:solidFill>
                <a:latin typeface="Tahoma"/>
                <a:cs typeface="Tahoma"/>
              </a:rPr>
              <a:t>Quizzes,</a:t>
            </a:r>
            <a:r>
              <a:rPr dirty="0" sz="1250" spc="4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E4DFDE"/>
                </a:solidFill>
                <a:latin typeface="Tahoma"/>
                <a:cs typeface="Tahoma"/>
              </a:rPr>
              <a:t>Story</a:t>
            </a:r>
            <a:r>
              <a:rPr dirty="0" sz="1250" spc="4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E4DFDE"/>
                </a:solidFill>
                <a:latin typeface="Tahoma"/>
                <a:cs typeface="Tahoma"/>
              </a:rPr>
              <a:t>Writing,</a:t>
            </a:r>
            <a:r>
              <a:rPr dirty="0" sz="1250" spc="4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-25">
                <a:solidFill>
                  <a:srgbClr val="E4DFDE"/>
                </a:solidFill>
                <a:latin typeface="Tahoma"/>
                <a:cs typeface="Tahoma"/>
              </a:rPr>
              <a:t>and </a:t>
            </a:r>
            <a:r>
              <a:rPr dirty="0" sz="1250">
                <a:solidFill>
                  <a:srgbClr val="E4DFDE"/>
                </a:solidFill>
                <a:latin typeface="Tahoma"/>
                <a:cs typeface="Tahoma"/>
              </a:rPr>
              <a:t>Debate</a:t>
            </a:r>
            <a:r>
              <a:rPr dirty="0" sz="1250" spc="15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40">
                <a:solidFill>
                  <a:srgbClr val="E4DFDE"/>
                </a:solidFill>
                <a:latin typeface="Tahoma"/>
                <a:cs typeface="Tahoma"/>
              </a:rPr>
              <a:t>Topics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93735" y="3438525"/>
            <a:ext cx="333375" cy="406400"/>
          </a:xfrm>
          <a:custGeom>
            <a:avLst/>
            <a:gdLst/>
            <a:ahLst/>
            <a:cxnLst/>
            <a:rect l="l" t="t" r="r" b="b"/>
            <a:pathLst>
              <a:path w="333375" h="406400">
                <a:moveTo>
                  <a:pt x="314154" y="402169"/>
                </a:moveTo>
                <a:lnTo>
                  <a:pt x="308884" y="404453"/>
                </a:lnTo>
                <a:lnTo>
                  <a:pt x="304236" y="405592"/>
                </a:lnTo>
                <a:lnTo>
                  <a:pt x="299007" y="405987"/>
                </a:lnTo>
                <a:lnTo>
                  <a:pt x="286503" y="405983"/>
                </a:lnTo>
              </a:path>
              <a:path w="333375" h="406400">
                <a:moveTo>
                  <a:pt x="283195" y="136259"/>
                </a:moveTo>
                <a:lnTo>
                  <a:pt x="280744" y="136659"/>
                </a:lnTo>
                <a:lnTo>
                  <a:pt x="272798" y="136857"/>
                </a:lnTo>
                <a:lnTo>
                  <a:pt x="259359" y="136853"/>
                </a:lnTo>
              </a:path>
              <a:path w="333375" h="406400">
                <a:moveTo>
                  <a:pt x="53337" y="137001"/>
                </a:moveTo>
                <a:lnTo>
                  <a:pt x="45347" y="129660"/>
                </a:lnTo>
                <a:lnTo>
                  <a:pt x="45199" y="114436"/>
                </a:lnTo>
              </a:path>
              <a:path w="333375" h="406400">
                <a:moveTo>
                  <a:pt x="44981" y="57930"/>
                </a:moveTo>
                <a:lnTo>
                  <a:pt x="53677" y="50642"/>
                </a:lnTo>
                <a:lnTo>
                  <a:pt x="68968" y="50627"/>
                </a:lnTo>
              </a:path>
              <a:path w="333375" h="406400">
                <a:moveTo>
                  <a:pt x="277349" y="50587"/>
                </a:moveTo>
                <a:lnTo>
                  <a:pt x="287886" y="57904"/>
                </a:lnTo>
                <a:lnTo>
                  <a:pt x="287870" y="69966"/>
                </a:lnTo>
              </a:path>
              <a:path w="333375" h="406400">
                <a:moveTo>
                  <a:pt x="287605" y="125744"/>
                </a:moveTo>
                <a:lnTo>
                  <a:pt x="287381" y="129529"/>
                </a:lnTo>
                <a:lnTo>
                  <a:pt x="286724" y="132776"/>
                </a:lnTo>
                <a:lnTo>
                  <a:pt x="285633" y="135485"/>
                </a:lnTo>
              </a:path>
              <a:path w="333375" h="406400">
                <a:moveTo>
                  <a:pt x="47312" y="245599"/>
                </a:moveTo>
                <a:lnTo>
                  <a:pt x="46141" y="243049"/>
                </a:lnTo>
                <a:lnTo>
                  <a:pt x="45640" y="240443"/>
                </a:lnTo>
                <a:lnTo>
                  <a:pt x="45519" y="220511"/>
                </a:lnTo>
              </a:path>
              <a:path w="333375" h="406400">
                <a:moveTo>
                  <a:pt x="45641" y="191394"/>
                </a:moveTo>
                <a:lnTo>
                  <a:pt x="56554" y="180428"/>
                </a:lnTo>
                <a:lnTo>
                  <a:pt x="67131" y="180380"/>
                </a:lnTo>
              </a:path>
              <a:path w="333375" h="406400">
                <a:moveTo>
                  <a:pt x="133376" y="180397"/>
                </a:moveTo>
                <a:lnTo>
                  <a:pt x="144886" y="191103"/>
                </a:lnTo>
                <a:lnTo>
                  <a:pt x="144943" y="201665"/>
                </a:lnTo>
              </a:path>
              <a:path w="333375" h="406400">
                <a:moveTo>
                  <a:pt x="144848" y="239614"/>
                </a:moveTo>
                <a:lnTo>
                  <a:pt x="133415" y="250929"/>
                </a:lnTo>
                <a:lnTo>
                  <a:pt x="121515" y="250993"/>
                </a:lnTo>
              </a:path>
              <a:path w="333375" h="406400">
                <a:moveTo>
                  <a:pt x="56905" y="250901"/>
                </a:moveTo>
                <a:lnTo>
                  <a:pt x="54163" y="250343"/>
                </a:lnTo>
                <a:lnTo>
                  <a:pt x="51303" y="249200"/>
                </a:lnTo>
                <a:lnTo>
                  <a:pt x="48325" y="247472"/>
                </a:lnTo>
              </a:path>
              <a:path w="333375" h="406400">
                <a:moveTo>
                  <a:pt x="281802" y="249190"/>
                </a:moveTo>
                <a:lnTo>
                  <a:pt x="277622" y="250079"/>
                </a:lnTo>
                <a:lnTo>
                  <a:pt x="266985" y="250643"/>
                </a:lnTo>
                <a:lnTo>
                  <a:pt x="243771" y="250936"/>
                </a:lnTo>
                <a:lnTo>
                  <a:pt x="201862" y="251012"/>
                </a:lnTo>
                <a:lnTo>
                  <a:pt x="197031" y="250581"/>
                </a:lnTo>
                <a:lnTo>
                  <a:pt x="187964" y="200203"/>
                </a:lnTo>
                <a:lnTo>
                  <a:pt x="188083" y="190620"/>
                </a:lnTo>
                <a:lnTo>
                  <a:pt x="197088" y="180980"/>
                </a:lnTo>
                <a:lnTo>
                  <a:pt x="200247" y="180480"/>
                </a:lnTo>
              </a:path>
              <a:path w="333375" h="406400">
                <a:moveTo>
                  <a:pt x="273982" y="180304"/>
                </a:moveTo>
                <a:lnTo>
                  <a:pt x="287635" y="200971"/>
                </a:lnTo>
                <a:lnTo>
                  <a:pt x="287619" y="217216"/>
                </a:lnTo>
                <a:lnTo>
                  <a:pt x="287458" y="233179"/>
                </a:lnTo>
                <a:lnTo>
                  <a:pt x="287136" y="241749"/>
                </a:lnTo>
                <a:lnTo>
                  <a:pt x="286733" y="242878"/>
                </a:lnTo>
                <a:lnTo>
                  <a:pt x="285720" y="244990"/>
                </a:lnTo>
                <a:lnTo>
                  <a:pt x="284097" y="248086"/>
                </a:lnTo>
              </a:path>
              <a:path w="333375" h="406400">
                <a:moveTo>
                  <a:pt x="139097" y="359548"/>
                </a:moveTo>
                <a:lnTo>
                  <a:pt x="134874" y="360372"/>
                </a:lnTo>
                <a:lnTo>
                  <a:pt x="123886" y="360866"/>
                </a:lnTo>
                <a:lnTo>
                  <a:pt x="99719" y="361080"/>
                </a:lnTo>
                <a:lnTo>
                  <a:pt x="55962" y="361066"/>
                </a:lnTo>
                <a:lnTo>
                  <a:pt x="45618" y="352425"/>
                </a:lnTo>
                <a:lnTo>
                  <a:pt x="45165" y="349206"/>
                </a:lnTo>
              </a:path>
              <a:path w="333375" h="406400">
                <a:moveTo>
                  <a:pt x="45200" y="296021"/>
                </a:moveTo>
                <a:lnTo>
                  <a:pt x="100641" y="283926"/>
                </a:lnTo>
                <a:lnTo>
                  <a:pt x="125191" y="284265"/>
                </a:lnTo>
                <a:lnTo>
                  <a:pt x="144905" y="322943"/>
                </a:lnTo>
                <a:lnTo>
                  <a:pt x="144766" y="342074"/>
                </a:lnTo>
                <a:lnTo>
                  <a:pt x="144474" y="352148"/>
                </a:lnTo>
                <a:lnTo>
                  <a:pt x="144083" y="353286"/>
                </a:lnTo>
                <a:lnTo>
                  <a:pt x="143082" y="355384"/>
                </a:lnTo>
                <a:lnTo>
                  <a:pt x="141471" y="358442"/>
                </a:lnTo>
              </a:path>
              <a:path w="333375" h="406400">
                <a:moveTo>
                  <a:pt x="189582" y="355405"/>
                </a:moveTo>
                <a:lnTo>
                  <a:pt x="188386" y="352067"/>
                </a:lnTo>
                <a:lnTo>
                  <a:pt x="187915" y="348880"/>
                </a:lnTo>
                <a:lnTo>
                  <a:pt x="187856" y="331115"/>
                </a:lnTo>
              </a:path>
              <a:path w="333375" h="406400">
                <a:moveTo>
                  <a:pt x="187939" y="294827"/>
                </a:moveTo>
                <a:lnTo>
                  <a:pt x="198494" y="283911"/>
                </a:lnTo>
                <a:lnTo>
                  <a:pt x="208966" y="283823"/>
                </a:lnTo>
              </a:path>
              <a:path w="333375" h="406400">
                <a:moveTo>
                  <a:pt x="275878" y="283775"/>
                </a:moveTo>
                <a:lnTo>
                  <a:pt x="287420" y="294937"/>
                </a:lnTo>
                <a:lnTo>
                  <a:pt x="287486" y="305586"/>
                </a:lnTo>
              </a:path>
              <a:path w="333375" h="406400">
                <a:moveTo>
                  <a:pt x="287401" y="349999"/>
                </a:moveTo>
                <a:lnTo>
                  <a:pt x="276684" y="361075"/>
                </a:lnTo>
                <a:lnTo>
                  <a:pt x="264426" y="361145"/>
                </a:lnTo>
              </a:path>
              <a:path w="333375" h="406400">
                <a:moveTo>
                  <a:pt x="198884" y="361088"/>
                </a:moveTo>
                <a:lnTo>
                  <a:pt x="196703" y="360651"/>
                </a:lnTo>
                <a:lnTo>
                  <a:pt x="193913" y="359451"/>
                </a:lnTo>
                <a:lnTo>
                  <a:pt x="190515" y="357490"/>
                </a:lnTo>
              </a:path>
              <a:path w="333375" h="406400">
                <a:moveTo>
                  <a:pt x="35363" y="406003"/>
                </a:moveTo>
                <a:lnTo>
                  <a:pt x="2791" y="386190"/>
                </a:lnTo>
                <a:lnTo>
                  <a:pt x="40" y="372576"/>
                </a:lnTo>
                <a:lnTo>
                  <a:pt x="0" y="360508"/>
                </a:lnTo>
              </a:path>
              <a:path w="333375" h="406400">
                <a:moveTo>
                  <a:pt x="49" y="34207"/>
                </a:moveTo>
                <a:lnTo>
                  <a:pt x="25865" y="769"/>
                </a:lnTo>
                <a:lnTo>
                  <a:pt x="35584" y="35"/>
                </a:lnTo>
                <a:lnTo>
                  <a:pt x="44199" y="0"/>
                </a:lnTo>
              </a:path>
              <a:path w="333375" h="406400">
                <a:moveTo>
                  <a:pt x="332693" y="374222"/>
                </a:moveTo>
                <a:lnTo>
                  <a:pt x="315384" y="401518"/>
                </a:lnTo>
                <a:lnTo>
                  <a:pt x="314154" y="402169"/>
                </a:lnTo>
              </a:path>
              <a:path w="333375" h="406400">
                <a:moveTo>
                  <a:pt x="283195" y="136259"/>
                </a:moveTo>
                <a:lnTo>
                  <a:pt x="285633" y="135485"/>
                </a:lnTo>
              </a:path>
              <a:path w="333375" h="406400">
                <a:moveTo>
                  <a:pt x="47312" y="245599"/>
                </a:moveTo>
                <a:lnTo>
                  <a:pt x="48325" y="247472"/>
                </a:lnTo>
              </a:path>
              <a:path w="333375" h="406400">
                <a:moveTo>
                  <a:pt x="281802" y="249190"/>
                </a:moveTo>
                <a:lnTo>
                  <a:pt x="284097" y="248086"/>
                </a:lnTo>
              </a:path>
              <a:path w="333375" h="406400">
                <a:moveTo>
                  <a:pt x="286503" y="405983"/>
                </a:moveTo>
                <a:lnTo>
                  <a:pt x="35363" y="406003"/>
                </a:lnTo>
              </a:path>
              <a:path w="333375" h="406400">
                <a:moveTo>
                  <a:pt x="259359" y="136853"/>
                </a:moveTo>
                <a:lnTo>
                  <a:pt x="53337" y="137001"/>
                </a:lnTo>
              </a:path>
              <a:path w="333375" h="406400">
                <a:moveTo>
                  <a:pt x="139097" y="359548"/>
                </a:moveTo>
                <a:lnTo>
                  <a:pt x="141471" y="358442"/>
                </a:lnTo>
              </a:path>
              <a:path w="333375" h="406400">
                <a:moveTo>
                  <a:pt x="45199" y="114436"/>
                </a:moveTo>
                <a:lnTo>
                  <a:pt x="44981" y="57930"/>
                </a:lnTo>
              </a:path>
              <a:path w="333375" h="406400">
                <a:moveTo>
                  <a:pt x="189582" y="355405"/>
                </a:moveTo>
                <a:lnTo>
                  <a:pt x="190515" y="357490"/>
                </a:lnTo>
              </a:path>
              <a:path w="333375" h="406400">
                <a:moveTo>
                  <a:pt x="68968" y="50627"/>
                </a:moveTo>
                <a:lnTo>
                  <a:pt x="277349" y="50587"/>
                </a:lnTo>
              </a:path>
              <a:path w="333375" h="406400">
                <a:moveTo>
                  <a:pt x="0" y="360508"/>
                </a:moveTo>
                <a:lnTo>
                  <a:pt x="49" y="34207"/>
                </a:lnTo>
              </a:path>
              <a:path w="333375" h="406400">
                <a:moveTo>
                  <a:pt x="287870" y="69966"/>
                </a:moveTo>
                <a:lnTo>
                  <a:pt x="287605" y="125744"/>
                </a:lnTo>
              </a:path>
              <a:path w="333375" h="406400">
                <a:moveTo>
                  <a:pt x="44199" y="0"/>
                </a:moveTo>
                <a:lnTo>
                  <a:pt x="298666" y="139"/>
                </a:lnTo>
              </a:path>
              <a:path w="333375" h="406400">
                <a:moveTo>
                  <a:pt x="298666" y="159"/>
                </a:moveTo>
                <a:lnTo>
                  <a:pt x="301183" y="140"/>
                </a:lnTo>
                <a:lnTo>
                  <a:pt x="303672" y="397"/>
                </a:lnTo>
                <a:lnTo>
                  <a:pt x="306132" y="931"/>
                </a:lnTo>
                <a:lnTo>
                  <a:pt x="308593" y="1464"/>
                </a:lnTo>
                <a:lnTo>
                  <a:pt x="319669" y="7208"/>
                </a:lnTo>
                <a:lnTo>
                  <a:pt x="321665" y="8742"/>
                </a:lnTo>
                <a:lnTo>
                  <a:pt x="329223" y="18669"/>
                </a:lnTo>
                <a:lnTo>
                  <a:pt x="330373" y="20909"/>
                </a:lnTo>
                <a:lnTo>
                  <a:pt x="333045" y="35630"/>
                </a:lnTo>
                <a:lnTo>
                  <a:pt x="332850" y="38125"/>
                </a:lnTo>
                <a:lnTo>
                  <a:pt x="332379" y="40598"/>
                </a:lnTo>
              </a:path>
              <a:path w="333375" h="406400">
                <a:moveTo>
                  <a:pt x="45519" y="220511"/>
                </a:moveTo>
                <a:lnTo>
                  <a:pt x="45641" y="191394"/>
                </a:lnTo>
              </a:path>
              <a:path w="333375" h="406400">
                <a:moveTo>
                  <a:pt x="67131" y="180380"/>
                </a:moveTo>
                <a:lnTo>
                  <a:pt x="133376" y="180397"/>
                </a:lnTo>
              </a:path>
              <a:path w="333375" h="406400">
                <a:moveTo>
                  <a:pt x="144943" y="201665"/>
                </a:moveTo>
                <a:lnTo>
                  <a:pt x="144848" y="239614"/>
                </a:lnTo>
              </a:path>
              <a:path w="333375" h="406400">
                <a:moveTo>
                  <a:pt x="121515" y="250993"/>
                </a:moveTo>
                <a:lnTo>
                  <a:pt x="56905" y="250901"/>
                </a:lnTo>
              </a:path>
              <a:path w="333375" h="406400">
                <a:moveTo>
                  <a:pt x="200247" y="180480"/>
                </a:moveTo>
                <a:lnTo>
                  <a:pt x="273982" y="180304"/>
                </a:lnTo>
              </a:path>
              <a:path w="333375" h="406400">
                <a:moveTo>
                  <a:pt x="45165" y="349206"/>
                </a:moveTo>
                <a:lnTo>
                  <a:pt x="45200" y="296021"/>
                </a:lnTo>
              </a:path>
              <a:path w="333375" h="406400">
                <a:moveTo>
                  <a:pt x="187856" y="331115"/>
                </a:moveTo>
                <a:lnTo>
                  <a:pt x="187939" y="294827"/>
                </a:lnTo>
              </a:path>
              <a:path w="333375" h="406400">
                <a:moveTo>
                  <a:pt x="208966" y="283823"/>
                </a:moveTo>
                <a:lnTo>
                  <a:pt x="275878" y="283775"/>
                </a:lnTo>
              </a:path>
              <a:path w="333375" h="406400">
                <a:moveTo>
                  <a:pt x="287486" y="305586"/>
                </a:moveTo>
                <a:lnTo>
                  <a:pt x="287401" y="349999"/>
                </a:lnTo>
              </a:path>
              <a:path w="333375" h="406400">
                <a:moveTo>
                  <a:pt x="264426" y="361145"/>
                </a:moveTo>
                <a:lnTo>
                  <a:pt x="198884" y="361088"/>
                </a:lnTo>
              </a:path>
              <a:path w="333375" h="406400">
                <a:moveTo>
                  <a:pt x="332747" y="40668"/>
                </a:moveTo>
                <a:lnTo>
                  <a:pt x="332693" y="374222"/>
                </a:lnTo>
              </a:path>
            </a:pathLst>
          </a:custGeom>
          <a:ln w="17982">
            <a:solidFill>
              <a:srgbClr val="7B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48840" y="4003897"/>
            <a:ext cx="5327650" cy="822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E4DFDE"/>
                </a:solidFill>
                <a:latin typeface="Tahoma"/>
                <a:cs typeface="Tahoma"/>
              </a:rPr>
              <a:t>Commerce</a:t>
            </a:r>
            <a:endParaRPr sz="1600">
              <a:latin typeface="Tahoma"/>
              <a:cs typeface="Tahoma"/>
            </a:endParaRPr>
          </a:p>
          <a:p>
            <a:pPr marL="12700" marR="5080">
              <a:lnSpc>
                <a:spcPct val="125000"/>
              </a:lnSpc>
              <a:spcBef>
                <a:spcPts val="605"/>
              </a:spcBef>
            </a:pPr>
            <a:r>
              <a:rPr dirty="0" sz="1250" spc="10">
                <a:solidFill>
                  <a:srgbClr val="E4DFDE"/>
                </a:solidFill>
                <a:latin typeface="Tahoma"/>
                <a:cs typeface="Tahoma"/>
              </a:rPr>
              <a:t>Generate</a:t>
            </a:r>
            <a:r>
              <a:rPr dirty="0" sz="1250" spc="50">
                <a:solidFill>
                  <a:srgbClr val="E4DFDE"/>
                </a:solidFill>
                <a:latin typeface="Tahoma"/>
                <a:cs typeface="Tahoma"/>
              </a:rPr>
              <a:t> Balance </a:t>
            </a:r>
            <a:r>
              <a:rPr dirty="0" sz="1250" spc="10">
                <a:solidFill>
                  <a:srgbClr val="E4DFDE"/>
                </a:solidFill>
                <a:latin typeface="Tahoma"/>
                <a:cs typeface="Tahoma"/>
              </a:rPr>
              <a:t>Sheets,</a:t>
            </a:r>
            <a:r>
              <a:rPr dirty="0" sz="1250" spc="5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85">
                <a:solidFill>
                  <a:srgbClr val="E4DFDE"/>
                </a:solidFill>
                <a:latin typeface="Tahoma"/>
                <a:cs typeface="Tahoma"/>
              </a:rPr>
              <a:t>GST</a:t>
            </a:r>
            <a:r>
              <a:rPr dirty="0" sz="1250" spc="5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E4DFDE"/>
                </a:solidFill>
                <a:latin typeface="Tahoma"/>
                <a:cs typeface="Tahoma"/>
              </a:rPr>
              <a:t>Questions,</a:t>
            </a:r>
            <a:r>
              <a:rPr dirty="0" sz="1250" spc="5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E4DFDE"/>
                </a:solidFill>
                <a:latin typeface="Tahoma"/>
                <a:cs typeface="Tahoma"/>
              </a:rPr>
              <a:t>Financial</a:t>
            </a:r>
            <a:r>
              <a:rPr dirty="0" sz="1250" spc="5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E4DFDE"/>
                </a:solidFill>
                <a:latin typeface="Tahoma"/>
                <a:cs typeface="Tahoma"/>
              </a:rPr>
              <a:t>Ratio</a:t>
            </a:r>
            <a:r>
              <a:rPr dirty="0" sz="1250" spc="5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E4DFDE"/>
                </a:solidFill>
                <a:latin typeface="Tahoma"/>
                <a:cs typeface="Tahoma"/>
              </a:rPr>
              <a:t>Problems,</a:t>
            </a:r>
            <a:r>
              <a:rPr dirty="0" sz="1250" spc="5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-25">
                <a:solidFill>
                  <a:srgbClr val="E4DFDE"/>
                </a:solidFill>
                <a:latin typeface="Tahoma"/>
                <a:cs typeface="Tahoma"/>
              </a:rPr>
              <a:t>and </a:t>
            </a:r>
            <a:r>
              <a:rPr dirty="0" sz="1250" spc="85">
                <a:solidFill>
                  <a:srgbClr val="E4DFDE"/>
                </a:solidFill>
                <a:latin typeface="Tahoma"/>
                <a:cs typeface="Tahoma"/>
              </a:rPr>
              <a:t>Case</a:t>
            </a:r>
            <a:r>
              <a:rPr dirty="0" sz="1250" spc="-8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E4DFDE"/>
                </a:solidFill>
                <a:latin typeface="Tahoma"/>
                <a:cs typeface="Tahoma"/>
              </a:rPr>
              <a:t>Studies</a:t>
            </a:r>
            <a:endParaRPr sz="125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175670" y="3429556"/>
            <a:ext cx="417830" cy="424180"/>
            <a:chOff x="6175670" y="3429556"/>
            <a:chExt cx="417830" cy="424180"/>
          </a:xfrm>
        </p:grpSpPr>
        <p:sp>
          <p:nvSpPr>
            <p:cNvPr id="17" name="object 17"/>
            <p:cNvSpPr/>
            <p:nvPr/>
          </p:nvSpPr>
          <p:spPr>
            <a:xfrm>
              <a:off x="6339881" y="3702757"/>
              <a:ext cx="21590" cy="39370"/>
            </a:xfrm>
            <a:custGeom>
              <a:avLst/>
              <a:gdLst/>
              <a:ahLst/>
              <a:cxnLst/>
              <a:rect l="l" t="t" r="r" b="b"/>
              <a:pathLst>
                <a:path w="21589" h="39370">
                  <a:moveTo>
                    <a:pt x="18732" y="0"/>
                  </a:moveTo>
                  <a:lnTo>
                    <a:pt x="20520" y="4717"/>
                  </a:lnTo>
                  <a:lnTo>
                    <a:pt x="21422" y="8949"/>
                  </a:lnTo>
                  <a:lnTo>
                    <a:pt x="21155" y="12747"/>
                  </a:lnTo>
                  <a:lnTo>
                    <a:pt x="19600" y="17487"/>
                  </a:lnTo>
                  <a:lnTo>
                    <a:pt x="18219" y="19867"/>
                  </a:lnTo>
                  <a:lnTo>
                    <a:pt x="15334" y="23340"/>
                  </a:lnTo>
                  <a:lnTo>
                    <a:pt x="0" y="38800"/>
                  </a:lnTo>
                </a:path>
              </a:pathLst>
            </a:custGeom>
            <a:ln w="17982">
              <a:solidFill>
                <a:srgbClr val="7B66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75670" y="3770841"/>
              <a:ext cx="79306" cy="82678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198009" y="3438548"/>
              <a:ext cx="386715" cy="397510"/>
            </a:xfrm>
            <a:custGeom>
              <a:avLst/>
              <a:gdLst/>
              <a:ahLst/>
              <a:cxnLst/>
              <a:rect l="l" t="t" r="r" b="b"/>
              <a:pathLst>
                <a:path w="386715" h="397510">
                  <a:moveTo>
                    <a:pt x="106037" y="235163"/>
                  </a:moveTo>
                  <a:lnTo>
                    <a:pt x="108275" y="233260"/>
                  </a:lnTo>
                  <a:lnTo>
                    <a:pt x="110831" y="231658"/>
                  </a:lnTo>
                  <a:lnTo>
                    <a:pt x="114408" y="230310"/>
                  </a:lnTo>
                  <a:lnTo>
                    <a:pt x="116608" y="229859"/>
                  </a:lnTo>
                  <a:lnTo>
                    <a:pt x="121178" y="229914"/>
                  </a:lnTo>
                  <a:lnTo>
                    <a:pt x="128077" y="231647"/>
                  </a:lnTo>
                </a:path>
                <a:path w="386715" h="397510">
                  <a:moveTo>
                    <a:pt x="158935" y="262537"/>
                  </a:moveTo>
                  <a:lnTo>
                    <a:pt x="129514" y="233085"/>
                  </a:lnTo>
                </a:path>
                <a:path w="386715" h="397510">
                  <a:moveTo>
                    <a:pt x="209236" y="167170"/>
                  </a:moveTo>
                  <a:lnTo>
                    <a:pt x="288083" y="245589"/>
                  </a:lnTo>
                </a:path>
                <a:path w="386715" h="397510">
                  <a:moveTo>
                    <a:pt x="231603" y="189250"/>
                  </a:moveTo>
                  <a:lnTo>
                    <a:pt x="159670" y="261796"/>
                  </a:lnTo>
                </a:path>
                <a:path w="386715" h="397510">
                  <a:moveTo>
                    <a:pt x="202113" y="160094"/>
                  </a:moveTo>
                  <a:lnTo>
                    <a:pt x="130319" y="232269"/>
                  </a:lnTo>
                </a:path>
                <a:path w="386715" h="397510">
                  <a:moveTo>
                    <a:pt x="288233" y="245482"/>
                  </a:moveTo>
                  <a:lnTo>
                    <a:pt x="295925" y="251880"/>
                  </a:lnTo>
                  <a:lnTo>
                    <a:pt x="297459" y="252600"/>
                  </a:lnTo>
                  <a:lnTo>
                    <a:pt x="299060" y="253115"/>
                  </a:lnTo>
                  <a:lnTo>
                    <a:pt x="300726" y="253425"/>
                  </a:lnTo>
                  <a:lnTo>
                    <a:pt x="302392" y="253734"/>
                  </a:lnTo>
                  <a:lnTo>
                    <a:pt x="304071" y="253829"/>
                  </a:lnTo>
                  <a:lnTo>
                    <a:pt x="305761" y="253708"/>
                  </a:lnTo>
                  <a:lnTo>
                    <a:pt x="307452" y="253588"/>
                  </a:lnTo>
                  <a:lnTo>
                    <a:pt x="309100" y="253256"/>
                  </a:lnTo>
                  <a:lnTo>
                    <a:pt x="310706" y="252713"/>
                  </a:lnTo>
                  <a:lnTo>
                    <a:pt x="312311" y="252170"/>
                  </a:lnTo>
                  <a:lnTo>
                    <a:pt x="313822" y="251433"/>
                  </a:lnTo>
                  <a:lnTo>
                    <a:pt x="315239" y="250502"/>
                  </a:lnTo>
                  <a:lnTo>
                    <a:pt x="316655" y="249572"/>
                  </a:lnTo>
                  <a:lnTo>
                    <a:pt x="317932" y="248477"/>
                  </a:lnTo>
                  <a:lnTo>
                    <a:pt x="319068" y="247219"/>
                  </a:lnTo>
                  <a:lnTo>
                    <a:pt x="320204" y="245962"/>
                  </a:lnTo>
                  <a:lnTo>
                    <a:pt x="321163" y="244581"/>
                  </a:lnTo>
                  <a:lnTo>
                    <a:pt x="321945" y="243077"/>
                  </a:lnTo>
                </a:path>
                <a:path w="386715" h="397510">
                  <a:moveTo>
                    <a:pt x="322507" y="243370"/>
                  </a:moveTo>
                  <a:lnTo>
                    <a:pt x="378711" y="186629"/>
                  </a:lnTo>
                  <a:lnTo>
                    <a:pt x="385160" y="177828"/>
                  </a:lnTo>
                  <a:lnTo>
                    <a:pt x="386302" y="167667"/>
                  </a:lnTo>
                  <a:lnTo>
                    <a:pt x="382497" y="157681"/>
                  </a:lnTo>
                  <a:lnTo>
                    <a:pt x="374108" y="149404"/>
                  </a:lnTo>
                  <a:lnTo>
                    <a:pt x="234511" y="9870"/>
                  </a:lnTo>
                  <a:lnTo>
                    <a:pt x="225702" y="2620"/>
                  </a:lnTo>
                  <a:lnTo>
                    <a:pt x="216044" y="0"/>
                  </a:lnTo>
                  <a:lnTo>
                    <a:pt x="204225" y="4665"/>
                  </a:lnTo>
                  <a:lnTo>
                    <a:pt x="188932" y="19273"/>
                  </a:lnTo>
                  <a:lnTo>
                    <a:pt x="142123" y="66617"/>
                  </a:lnTo>
                  <a:lnTo>
                    <a:pt x="134557" y="76348"/>
                  </a:lnTo>
                  <a:lnTo>
                    <a:pt x="133564" y="85832"/>
                  </a:lnTo>
                  <a:lnTo>
                    <a:pt x="138417" y="95709"/>
                  </a:lnTo>
                  <a:lnTo>
                    <a:pt x="148392" y="106624"/>
                  </a:lnTo>
                </a:path>
                <a:path w="386715" h="397510">
                  <a:moveTo>
                    <a:pt x="141872" y="303009"/>
                  </a:moveTo>
                  <a:lnTo>
                    <a:pt x="47975" y="397190"/>
                  </a:lnTo>
                </a:path>
                <a:path w="386715" h="397510">
                  <a:moveTo>
                    <a:pt x="148392" y="106624"/>
                  </a:moveTo>
                  <a:lnTo>
                    <a:pt x="209236" y="167170"/>
                  </a:lnTo>
                </a:path>
                <a:path w="386715" h="397510">
                  <a:moveTo>
                    <a:pt x="0" y="341284"/>
                  </a:moveTo>
                  <a:lnTo>
                    <a:pt x="106037" y="235163"/>
                  </a:lnTo>
                </a:path>
              </a:pathLst>
            </a:custGeom>
            <a:ln w="17982">
              <a:solidFill>
                <a:srgbClr val="7B66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6170512" y="4003897"/>
            <a:ext cx="4279265" cy="5848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solidFill>
                  <a:srgbClr val="E4DFDE"/>
                </a:solidFill>
                <a:latin typeface="Tahoma"/>
                <a:cs typeface="Tahoma"/>
              </a:rPr>
              <a:t>Law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dirty="0" sz="1250" spc="10">
                <a:solidFill>
                  <a:srgbClr val="E4DFDE"/>
                </a:solidFill>
                <a:latin typeface="Tahoma"/>
                <a:cs typeface="Tahoma"/>
              </a:rPr>
              <a:t>Generate</a:t>
            </a:r>
            <a:r>
              <a:rPr dirty="0" sz="1250" spc="4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85">
                <a:solidFill>
                  <a:srgbClr val="E4DFDE"/>
                </a:solidFill>
                <a:latin typeface="Tahoma"/>
                <a:cs typeface="Tahoma"/>
              </a:rPr>
              <a:t>Case</a:t>
            </a:r>
            <a:r>
              <a:rPr dirty="0" sz="1250" spc="5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E4DFDE"/>
                </a:solidFill>
                <a:latin typeface="Tahoma"/>
                <a:cs typeface="Tahoma"/>
              </a:rPr>
              <a:t>Summaries</a:t>
            </a:r>
            <a:r>
              <a:rPr dirty="0" sz="1250" spc="5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E4DFDE"/>
                </a:solidFill>
                <a:latin typeface="Tahoma"/>
                <a:cs typeface="Tahoma"/>
              </a:rPr>
              <a:t>and</a:t>
            </a:r>
            <a:r>
              <a:rPr dirty="0" sz="1250" spc="4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E4DFDE"/>
                </a:solidFill>
                <a:latin typeface="Tahoma"/>
                <a:cs typeface="Tahoma"/>
              </a:rPr>
              <a:t>Legal</a:t>
            </a:r>
            <a:r>
              <a:rPr dirty="0" sz="1250" spc="5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45">
                <a:solidFill>
                  <a:srgbClr val="E4DFDE"/>
                </a:solidFill>
                <a:latin typeface="Tahoma"/>
                <a:cs typeface="Tahoma"/>
              </a:rPr>
              <a:t>Research</a:t>
            </a:r>
            <a:r>
              <a:rPr dirty="0" sz="1250" spc="5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E4DFDE"/>
                </a:solidFill>
                <a:latin typeface="Tahoma"/>
                <a:cs typeface="Tahoma"/>
              </a:rPr>
              <a:t>Questions</a:t>
            </a:r>
            <a:endParaRPr sz="125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48210" y="5115435"/>
            <a:ext cx="424180" cy="424180"/>
            <a:chOff x="648210" y="5115435"/>
            <a:chExt cx="424180" cy="424180"/>
          </a:xfrm>
        </p:grpSpPr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9863" y="5168650"/>
              <a:ext cx="160434" cy="232128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57224" y="5124449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406003" y="203001"/>
                  </a:moveTo>
                  <a:lnTo>
                    <a:pt x="406003" y="209650"/>
                  </a:lnTo>
                  <a:lnTo>
                    <a:pt x="405677" y="216282"/>
                  </a:lnTo>
                  <a:lnTo>
                    <a:pt x="405025" y="222899"/>
                  </a:lnTo>
                  <a:lnTo>
                    <a:pt x="404373" y="229515"/>
                  </a:lnTo>
                  <a:lnTo>
                    <a:pt x="403399" y="236084"/>
                  </a:lnTo>
                  <a:lnTo>
                    <a:pt x="402102" y="242605"/>
                  </a:lnTo>
                  <a:lnTo>
                    <a:pt x="400805" y="249125"/>
                  </a:lnTo>
                  <a:lnTo>
                    <a:pt x="390550" y="280686"/>
                  </a:lnTo>
                  <a:lnTo>
                    <a:pt x="388006" y="286829"/>
                  </a:lnTo>
                  <a:lnTo>
                    <a:pt x="371791" y="315783"/>
                  </a:lnTo>
                  <a:lnTo>
                    <a:pt x="368097" y="321311"/>
                  </a:lnTo>
                  <a:lnTo>
                    <a:pt x="364141" y="326644"/>
                  </a:lnTo>
                  <a:lnTo>
                    <a:pt x="359923" y="331784"/>
                  </a:lnTo>
                  <a:lnTo>
                    <a:pt x="355706" y="336923"/>
                  </a:lnTo>
                  <a:lnTo>
                    <a:pt x="351246" y="341844"/>
                  </a:lnTo>
                  <a:lnTo>
                    <a:pt x="346545" y="346545"/>
                  </a:lnTo>
                  <a:lnTo>
                    <a:pt x="341844" y="351246"/>
                  </a:lnTo>
                  <a:lnTo>
                    <a:pt x="336923" y="355706"/>
                  </a:lnTo>
                  <a:lnTo>
                    <a:pt x="331784" y="359923"/>
                  </a:lnTo>
                  <a:lnTo>
                    <a:pt x="326644" y="364141"/>
                  </a:lnTo>
                  <a:lnTo>
                    <a:pt x="321311" y="368097"/>
                  </a:lnTo>
                  <a:lnTo>
                    <a:pt x="315783" y="371791"/>
                  </a:lnTo>
                  <a:lnTo>
                    <a:pt x="310255" y="375484"/>
                  </a:lnTo>
                  <a:lnTo>
                    <a:pt x="304559" y="378898"/>
                  </a:lnTo>
                  <a:lnTo>
                    <a:pt x="298695" y="382032"/>
                  </a:lnTo>
                  <a:lnTo>
                    <a:pt x="292832" y="385167"/>
                  </a:lnTo>
                  <a:lnTo>
                    <a:pt x="286829" y="388006"/>
                  </a:lnTo>
                  <a:lnTo>
                    <a:pt x="280686" y="390550"/>
                  </a:lnTo>
                  <a:lnTo>
                    <a:pt x="274544" y="393094"/>
                  </a:lnTo>
                  <a:lnTo>
                    <a:pt x="268291" y="395331"/>
                  </a:lnTo>
                  <a:lnTo>
                    <a:pt x="261929" y="397261"/>
                  </a:lnTo>
                  <a:lnTo>
                    <a:pt x="255567" y="399191"/>
                  </a:lnTo>
                  <a:lnTo>
                    <a:pt x="249125" y="400805"/>
                  </a:lnTo>
                  <a:lnTo>
                    <a:pt x="242605" y="402102"/>
                  </a:lnTo>
                  <a:lnTo>
                    <a:pt x="236084" y="403399"/>
                  </a:lnTo>
                  <a:lnTo>
                    <a:pt x="229515" y="404373"/>
                  </a:lnTo>
                  <a:lnTo>
                    <a:pt x="222899" y="405025"/>
                  </a:lnTo>
                  <a:lnTo>
                    <a:pt x="216282" y="405677"/>
                  </a:lnTo>
                  <a:lnTo>
                    <a:pt x="209650" y="406003"/>
                  </a:lnTo>
                  <a:lnTo>
                    <a:pt x="203001" y="406003"/>
                  </a:lnTo>
                  <a:lnTo>
                    <a:pt x="196352" y="406003"/>
                  </a:lnTo>
                  <a:lnTo>
                    <a:pt x="189720" y="405677"/>
                  </a:lnTo>
                  <a:lnTo>
                    <a:pt x="183103" y="405025"/>
                  </a:lnTo>
                  <a:lnTo>
                    <a:pt x="176487" y="404373"/>
                  </a:lnTo>
                  <a:lnTo>
                    <a:pt x="169918" y="403399"/>
                  </a:lnTo>
                  <a:lnTo>
                    <a:pt x="163397" y="402102"/>
                  </a:lnTo>
                  <a:lnTo>
                    <a:pt x="156877" y="400805"/>
                  </a:lnTo>
                  <a:lnTo>
                    <a:pt x="125316" y="390550"/>
                  </a:lnTo>
                  <a:lnTo>
                    <a:pt x="119173" y="388006"/>
                  </a:lnTo>
                  <a:lnTo>
                    <a:pt x="90219" y="371791"/>
                  </a:lnTo>
                  <a:lnTo>
                    <a:pt x="84691" y="368097"/>
                  </a:lnTo>
                  <a:lnTo>
                    <a:pt x="59457" y="346545"/>
                  </a:lnTo>
                  <a:lnTo>
                    <a:pt x="54756" y="341844"/>
                  </a:lnTo>
                  <a:lnTo>
                    <a:pt x="50297" y="336923"/>
                  </a:lnTo>
                  <a:lnTo>
                    <a:pt x="46079" y="331784"/>
                  </a:lnTo>
                  <a:lnTo>
                    <a:pt x="41861" y="326644"/>
                  </a:lnTo>
                  <a:lnTo>
                    <a:pt x="37905" y="321311"/>
                  </a:lnTo>
                  <a:lnTo>
                    <a:pt x="34211" y="315783"/>
                  </a:lnTo>
                  <a:lnTo>
                    <a:pt x="30518" y="310255"/>
                  </a:lnTo>
                  <a:lnTo>
                    <a:pt x="27104" y="304559"/>
                  </a:lnTo>
                  <a:lnTo>
                    <a:pt x="23970" y="298695"/>
                  </a:lnTo>
                  <a:lnTo>
                    <a:pt x="20836" y="292832"/>
                  </a:lnTo>
                  <a:lnTo>
                    <a:pt x="17996" y="286829"/>
                  </a:lnTo>
                  <a:lnTo>
                    <a:pt x="15452" y="280686"/>
                  </a:lnTo>
                  <a:lnTo>
                    <a:pt x="12908" y="274544"/>
                  </a:lnTo>
                  <a:lnTo>
                    <a:pt x="3900" y="242605"/>
                  </a:lnTo>
                  <a:lnTo>
                    <a:pt x="2603" y="236084"/>
                  </a:lnTo>
                  <a:lnTo>
                    <a:pt x="1629" y="229515"/>
                  </a:lnTo>
                  <a:lnTo>
                    <a:pt x="977" y="222899"/>
                  </a:lnTo>
                  <a:lnTo>
                    <a:pt x="325" y="216282"/>
                  </a:lnTo>
                  <a:lnTo>
                    <a:pt x="0" y="209650"/>
                  </a:lnTo>
                  <a:lnTo>
                    <a:pt x="0" y="203001"/>
                  </a:lnTo>
                  <a:lnTo>
                    <a:pt x="0" y="196352"/>
                  </a:lnTo>
                  <a:lnTo>
                    <a:pt x="5197" y="156877"/>
                  </a:lnTo>
                  <a:lnTo>
                    <a:pt x="8741" y="144073"/>
                  </a:lnTo>
                  <a:lnTo>
                    <a:pt x="10671" y="137711"/>
                  </a:lnTo>
                  <a:lnTo>
                    <a:pt x="27104" y="101443"/>
                  </a:lnTo>
                  <a:lnTo>
                    <a:pt x="46079" y="74218"/>
                  </a:lnTo>
                  <a:lnTo>
                    <a:pt x="50297" y="69079"/>
                  </a:lnTo>
                  <a:lnTo>
                    <a:pt x="79358" y="41861"/>
                  </a:lnTo>
                  <a:lnTo>
                    <a:pt x="113170" y="20836"/>
                  </a:lnTo>
                  <a:lnTo>
                    <a:pt x="125316" y="15452"/>
                  </a:lnTo>
                  <a:lnTo>
                    <a:pt x="131458" y="12908"/>
                  </a:lnTo>
                  <a:lnTo>
                    <a:pt x="169918" y="2603"/>
                  </a:lnTo>
                  <a:lnTo>
                    <a:pt x="183103" y="977"/>
                  </a:lnTo>
                  <a:lnTo>
                    <a:pt x="189720" y="325"/>
                  </a:lnTo>
                  <a:lnTo>
                    <a:pt x="196352" y="0"/>
                  </a:lnTo>
                  <a:lnTo>
                    <a:pt x="203001" y="0"/>
                  </a:lnTo>
                  <a:lnTo>
                    <a:pt x="209650" y="0"/>
                  </a:lnTo>
                  <a:lnTo>
                    <a:pt x="249125" y="5197"/>
                  </a:lnTo>
                  <a:lnTo>
                    <a:pt x="261929" y="8741"/>
                  </a:lnTo>
                  <a:lnTo>
                    <a:pt x="268291" y="10671"/>
                  </a:lnTo>
                  <a:lnTo>
                    <a:pt x="274544" y="12908"/>
                  </a:lnTo>
                  <a:lnTo>
                    <a:pt x="280686" y="15452"/>
                  </a:lnTo>
                  <a:lnTo>
                    <a:pt x="286829" y="17996"/>
                  </a:lnTo>
                  <a:lnTo>
                    <a:pt x="292832" y="20836"/>
                  </a:lnTo>
                  <a:lnTo>
                    <a:pt x="298695" y="23970"/>
                  </a:lnTo>
                  <a:lnTo>
                    <a:pt x="304559" y="27104"/>
                  </a:lnTo>
                  <a:lnTo>
                    <a:pt x="310255" y="30518"/>
                  </a:lnTo>
                  <a:lnTo>
                    <a:pt x="315783" y="34211"/>
                  </a:lnTo>
                  <a:lnTo>
                    <a:pt x="321311" y="37905"/>
                  </a:lnTo>
                  <a:lnTo>
                    <a:pt x="326644" y="41861"/>
                  </a:lnTo>
                  <a:lnTo>
                    <a:pt x="331784" y="46079"/>
                  </a:lnTo>
                  <a:lnTo>
                    <a:pt x="336923" y="50297"/>
                  </a:lnTo>
                  <a:lnTo>
                    <a:pt x="341844" y="54756"/>
                  </a:lnTo>
                  <a:lnTo>
                    <a:pt x="346545" y="59457"/>
                  </a:lnTo>
                  <a:lnTo>
                    <a:pt x="351246" y="64159"/>
                  </a:lnTo>
                  <a:lnTo>
                    <a:pt x="355706" y="69079"/>
                  </a:lnTo>
                  <a:lnTo>
                    <a:pt x="359923" y="74218"/>
                  </a:lnTo>
                  <a:lnTo>
                    <a:pt x="364141" y="79358"/>
                  </a:lnTo>
                  <a:lnTo>
                    <a:pt x="368097" y="84691"/>
                  </a:lnTo>
                  <a:lnTo>
                    <a:pt x="371791" y="90219"/>
                  </a:lnTo>
                  <a:lnTo>
                    <a:pt x="375484" y="95747"/>
                  </a:lnTo>
                  <a:lnTo>
                    <a:pt x="390550" y="125316"/>
                  </a:lnTo>
                  <a:lnTo>
                    <a:pt x="393094" y="131458"/>
                  </a:lnTo>
                  <a:lnTo>
                    <a:pt x="395331" y="137711"/>
                  </a:lnTo>
                  <a:lnTo>
                    <a:pt x="397261" y="144073"/>
                  </a:lnTo>
                  <a:lnTo>
                    <a:pt x="399191" y="150435"/>
                  </a:lnTo>
                  <a:lnTo>
                    <a:pt x="400805" y="156877"/>
                  </a:lnTo>
                  <a:lnTo>
                    <a:pt x="402102" y="163397"/>
                  </a:lnTo>
                  <a:lnTo>
                    <a:pt x="403399" y="169918"/>
                  </a:lnTo>
                  <a:lnTo>
                    <a:pt x="404373" y="176487"/>
                  </a:lnTo>
                  <a:lnTo>
                    <a:pt x="405025" y="183103"/>
                  </a:lnTo>
                  <a:lnTo>
                    <a:pt x="405677" y="189720"/>
                  </a:lnTo>
                  <a:lnTo>
                    <a:pt x="406003" y="196352"/>
                  </a:lnTo>
                  <a:lnTo>
                    <a:pt x="406003" y="203001"/>
                  </a:lnTo>
                  <a:close/>
                </a:path>
                <a:path w="406400" h="406400">
                  <a:moveTo>
                    <a:pt x="203148" y="140768"/>
                  </a:moveTo>
                  <a:lnTo>
                    <a:pt x="202778" y="184445"/>
                  </a:lnTo>
                </a:path>
                <a:path w="406400" h="406400">
                  <a:moveTo>
                    <a:pt x="201867" y="255369"/>
                  </a:moveTo>
                  <a:lnTo>
                    <a:pt x="201174" y="194359"/>
                  </a:lnTo>
                </a:path>
                <a:path w="406400" h="406400">
                  <a:moveTo>
                    <a:pt x="203004" y="333442"/>
                  </a:moveTo>
                  <a:lnTo>
                    <a:pt x="203475" y="267928"/>
                  </a:lnTo>
                </a:path>
              </a:pathLst>
            </a:custGeom>
            <a:ln w="18029">
              <a:solidFill>
                <a:srgbClr val="7B66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648840" y="5550677"/>
            <a:ext cx="5076190" cy="714375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dirty="0" sz="1600" spc="-10" b="1">
                <a:solidFill>
                  <a:srgbClr val="E4DFDE"/>
                </a:solidFill>
                <a:latin typeface="Tahoma"/>
                <a:cs typeface="Tahoma"/>
              </a:rPr>
              <a:t>Agriculture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1250">
                <a:solidFill>
                  <a:srgbClr val="E4DFDE"/>
                </a:solidFill>
                <a:latin typeface="Tahoma"/>
                <a:cs typeface="Tahoma"/>
              </a:rPr>
              <a:t>Generate</a:t>
            </a:r>
            <a:r>
              <a:rPr dirty="0" sz="1250" spc="5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65">
                <a:solidFill>
                  <a:srgbClr val="E4DFDE"/>
                </a:solidFill>
                <a:latin typeface="Tahoma"/>
                <a:cs typeface="Tahoma"/>
              </a:rPr>
              <a:t>Crop</a:t>
            </a:r>
            <a:r>
              <a:rPr dirty="0" sz="1250" spc="5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E4DFDE"/>
                </a:solidFill>
                <a:latin typeface="Tahoma"/>
                <a:cs typeface="Tahoma"/>
              </a:rPr>
              <a:t>Disease</a:t>
            </a:r>
            <a:r>
              <a:rPr dirty="0" sz="1250" spc="5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E4DFDE"/>
                </a:solidFill>
                <a:latin typeface="Tahoma"/>
                <a:cs typeface="Tahoma"/>
              </a:rPr>
              <a:t>Images,</a:t>
            </a:r>
            <a:r>
              <a:rPr dirty="0" sz="1250" spc="6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E4DFDE"/>
                </a:solidFill>
                <a:latin typeface="Tahoma"/>
                <a:cs typeface="Tahoma"/>
              </a:rPr>
              <a:t>Weather</a:t>
            </a:r>
            <a:r>
              <a:rPr dirty="0" sz="1250" spc="5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E4DFDE"/>
                </a:solidFill>
                <a:latin typeface="Tahoma"/>
                <a:cs typeface="Tahoma"/>
              </a:rPr>
              <a:t>Reports,</a:t>
            </a:r>
            <a:r>
              <a:rPr dirty="0" sz="1250" spc="5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E4DFDE"/>
                </a:solidFill>
                <a:latin typeface="Tahoma"/>
                <a:cs typeface="Tahoma"/>
              </a:rPr>
              <a:t>and</a:t>
            </a:r>
            <a:r>
              <a:rPr dirty="0" sz="1250" spc="5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E4DFDE"/>
                </a:solidFill>
                <a:latin typeface="Tahoma"/>
                <a:cs typeface="Tahoma"/>
              </a:rPr>
              <a:t>Satellite</a:t>
            </a:r>
            <a:r>
              <a:rPr dirty="0" sz="1250" spc="6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250" spc="70">
                <a:solidFill>
                  <a:srgbClr val="E4DFDE"/>
                </a:solidFill>
                <a:latin typeface="Tahoma"/>
                <a:cs typeface="Tahoma"/>
              </a:rPr>
              <a:t>Maps</a:t>
            </a:r>
            <a:endParaRPr sz="1250">
              <a:latin typeface="Tahoma"/>
              <a:cs typeface="Tahoma"/>
            </a:endParaRPr>
          </a:p>
        </p:txBody>
      </p:sp>
      <p:pic>
        <p:nvPicPr>
          <p:cNvPr id="25" name="object 25">
            <a:hlinkClick r:id="rId7"/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8840" y="610139"/>
            <a:ext cx="1935480" cy="59245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700" spc="-320"/>
              <a:t>AI</a:t>
            </a:r>
            <a:r>
              <a:rPr dirty="0" sz="3700" spc="-430"/>
              <a:t> </a:t>
            </a:r>
            <a:r>
              <a:rPr dirty="0" sz="3700" spc="-75"/>
              <a:t>Ethics</a:t>
            </a:r>
            <a:endParaRPr sz="3700"/>
          </a:p>
        </p:txBody>
      </p:sp>
      <p:sp>
        <p:nvSpPr>
          <p:cNvPr id="3" name="object 3"/>
          <p:cNvSpPr txBox="1"/>
          <p:nvPr/>
        </p:nvSpPr>
        <p:spPr>
          <a:xfrm>
            <a:off x="648840" y="1468818"/>
            <a:ext cx="6579870" cy="8083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100" spc="-170" b="1">
                <a:solidFill>
                  <a:srgbClr val="FFFFFF"/>
                </a:solidFill>
                <a:latin typeface="Tahoma"/>
                <a:cs typeface="Tahoma"/>
              </a:rPr>
              <a:t>Never</a:t>
            </a:r>
            <a:r>
              <a:rPr dirty="0" sz="5100" spc="-56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5100" spc="-40" b="1">
                <a:solidFill>
                  <a:srgbClr val="FFFFFF"/>
                </a:solidFill>
                <a:latin typeface="Tahoma"/>
                <a:cs typeface="Tahoma"/>
              </a:rPr>
              <a:t>copy</a:t>
            </a:r>
            <a:r>
              <a:rPr dirty="0" sz="5100" spc="-56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5100" spc="-440" b="1">
                <a:solidFill>
                  <a:srgbClr val="FFFFFF"/>
                </a:solidFill>
                <a:latin typeface="Tahoma"/>
                <a:cs typeface="Tahoma"/>
              </a:rPr>
              <a:t>AI</a:t>
            </a:r>
            <a:r>
              <a:rPr dirty="0" sz="5100" spc="-56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5100" spc="-155" b="1">
                <a:solidFill>
                  <a:srgbClr val="FFFFFF"/>
                </a:solidFill>
                <a:latin typeface="Tahoma"/>
                <a:cs typeface="Tahoma"/>
              </a:rPr>
              <a:t>blindly.</a:t>
            </a:r>
            <a:endParaRPr sz="51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57224" y="2886074"/>
            <a:ext cx="5343525" cy="180975"/>
            <a:chOff x="657224" y="2886074"/>
            <a:chExt cx="5343525" cy="180975"/>
          </a:xfrm>
        </p:grpSpPr>
        <p:sp>
          <p:nvSpPr>
            <p:cNvPr id="5" name="object 5"/>
            <p:cNvSpPr/>
            <p:nvPr/>
          </p:nvSpPr>
          <p:spPr>
            <a:xfrm>
              <a:off x="661987" y="2890837"/>
              <a:ext cx="5334000" cy="171450"/>
            </a:xfrm>
            <a:custGeom>
              <a:avLst/>
              <a:gdLst/>
              <a:ahLst/>
              <a:cxnLst/>
              <a:rect l="l" t="t" r="r" b="b"/>
              <a:pathLst>
                <a:path w="5334000" h="171450">
                  <a:moveTo>
                    <a:pt x="5276635" y="171449"/>
                  </a:moveTo>
                  <a:lnTo>
                    <a:pt x="57364" y="171449"/>
                  </a:lnTo>
                  <a:lnTo>
                    <a:pt x="53371" y="171056"/>
                  </a:lnTo>
                  <a:lnTo>
                    <a:pt x="15131" y="150616"/>
                  </a:lnTo>
                  <a:lnTo>
                    <a:pt x="0" y="114085"/>
                  </a:lnTo>
                  <a:lnTo>
                    <a:pt x="0" y="110054"/>
                  </a:lnTo>
                  <a:lnTo>
                    <a:pt x="0" y="57364"/>
                  </a:lnTo>
                  <a:lnTo>
                    <a:pt x="15131" y="20832"/>
                  </a:lnTo>
                  <a:lnTo>
                    <a:pt x="53371" y="393"/>
                  </a:lnTo>
                  <a:lnTo>
                    <a:pt x="57364" y="0"/>
                  </a:lnTo>
                  <a:lnTo>
                    <a:pt x="5276635" y="0"/>
                  </a:lnTo>
                  <a:lnTo>
                    <a:pt x="5313166" y="15131"/>
                  </a:lnTo>
                  <a:lnTo>
                    <a:pt x="5333606" y="53371"/>
                  </a:lnTo>
                  <a:lnTo>
                    <a:pt x="5333999" y="57364"/>
                  </a:lnTo>
                  <a:lnTo>
                    <a:pt x="5333999" y="114085"/>
                  </a:lnTo>
                  <a:lnTo>
                    <a:pt x="5318867" y="150616"/>
                  </a:lnTo>
                  <a:lnTo>
                    <a:pt x="5280627" y="171056"/>
                  </a:lnTo>
                  <a:lnTo>
                    <a:pt x="5276635" y="171449"/>
                  </a:lnTo>
                  <a:close/>
                </a:path>
              </a:pathLst>
            </a:custGeom>
            <a:solidFill>
              <a:srgbClr val="11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61987" y="2890837"/>
              <a:ext cx="5334000" cy="171450"/>
            </a:xfrm>
            <a:custGeom>
              <a:avLst/>
              <a:gdLst/>
              <a:ahLst/>
              <a:cxnLst/>
              <a:rect l="l" t="t" r="r" b="b"/>
              <a:pathLst>
                <a:path w="5334000" h="171450">
                  <a:moveTo>
                    <a:pt x="0" y="110054"/>
                  </a:moveTo>
                  <a:lnTo>
                    <a:pt x="0" y="61395"/>
                  </a:lnTo>
                  <a:lnTo>
                    <a:pt x="0" y="57364"/>
                  </a:lnTo>
                  <a:lnTo>
                    <a:pt x="393" y="53371"/>
                  </a:lnTo>
                  <a:lnTo>
                    <a:pt x="1179" y="49417"/>
                  </a:lnTo>
                  <a:lnTo>
                    <a:pt x="1966" y="45463"/>
                  </a:lnTo>
                  <a:lnTo>
                    <a:pt x="3130" y="41624"/>
                  </a:lnTo>
                  <a:lnTo>
                    <a:pt x="17982" y="17982"/>
                  </a:lnTo>
                  <a:lnTo>
                    <a:pt x="20832" y="15131"/>
                  </a:lnTo>
                  <a:lnTo>
                    <a:pt x="37900" y="4673"/>
                  </a:lnTo>
                  <a:lnTo>
                    <a:pt x="41624" y="3130"/>
                  </a:lnTo>
                  <a:lnTo>
                    <a:pt x="45464" y="1965"/>
                  </a:lnTo>
                  <a:lnTo>
                    <a:pt x="49417" y="1179"/>
                  </a:lnTo>
                  <a:lnTo>
                    <a:pt x="53371" y="393"/>
                  </a:lnTo>
                  <a:lnTo>
                    <a:pt x="57364" y="0"/>
                  </a:lnTo>
                  <a:lnTo>
                    <a:pt x="61395" y="0"/>
                  </a:lnTo>
                  <a:lnTo>
                    <a:pt x="5272603" y="0"/>
                  </a:lnTo>
                  <a:lnTo>
                    <a:pt x="5276635" y="0"/>
                  </a:lnTo>
                  <a:lnTo>
                    <a:pt x="5280627" y="393"/>
                  </a:lnTo>
                  <a:lnTo>
                    <a:pt x="5284581" y="1179"/>
                  </a:lnTo>
                  <a:lnTo>
                    <a:pt x="5288534" y="1965"/>
                  </a:lnTo>
                  <a:lnTo>
                    <a:pt x="5292374" y="3130"/>
                  </a:lnTo>
                  <a:lnTo>
                    <a:pt x="5296098" y="4673"/>
                  </a:lnTo>
                  <a:lnTo>
                    <a:pt x="5299822" y="6215"/>
                  </a:lnTo>
                  <a:lnTo>
                    <a:pt x="5316016" y="17982"/>
                  </a:lnTo>
                  <a:lnTo>
                    <a:pt x="5318867" y="20832"/>
                  </a:lnTo>
                  <a:lnTo>
                    <a:pt x="5321412" y="23933"/>
                  </a:lnTo>
                  <a:lnTo>
                    <a:pt x="5323651" y="27285"/>
                  </a:lnTo>
                  <a:lnTo>
                    <a:pt x="5325891" y="30637"/>
                  </a:lnTo>
                  <a:lnTo>
                    <a:pt x="5332819" y="49417"/>
                  </a:lnTo>
                  <a:lnTo>
                    <a:pt x="5333606" y="53371"/>
                  </a:lnTo>
                  <a:lnTo>
                    <a:pt x="5333999" y="57364"/>
                  </a:lnTo>
                  <a:lnTo>
                    <a:pt x="5333999" y="61395"/>
                  </a:lnTo>
                  <a:lnTo>
                    <a:pt x="5333999" y="110054"/>
                  </a:lnTo>
                  <a:lnTo>
                    <a:pt x="5333999" y="114085"/>
                  </a:lnTo>
                  <a:lnTo>
                    <a:pt x="5333606" y="118078"/>
                  </a:lnTo>
                  <a:lnTo>
                    <a:pt x="5332819" y="122031"/>
                  </a:lnTo>
                  <a:lnTo>
                    <a:pt x="5332032" y="125985"/>
                  </a:lnTo>
                  <a:lnTo>
                    <a:pt x="5323651" y="144163"/>
                  </a:lnTo>
                  <a:lnTo>
                    <a:pt x="5321412" y="147515"/>
                  </a:lnTo>
                  <a:lnTo>
                    <a:pt x="5288534" y="169483"/>
                  </a:lnTo>
                  <a:lnTo>
                    <a:pt x="5284581" y="170269"/>
                  </a:lnTo>
                  <a:lnTo>
                    <a:pt x="5280627" y="171056"/>
                  </a:lnTo>
                  <a:lnTo>
                    <a:pt x="5276635" y="171449"/>
                  </a:lnTo>
                  <a:lnTo>
                    <a:pt x="5272603" y="171449"/>
                  </a:lnTo>
                  <a:lnTo>
                    <a:pt x="61395" y="171449"/>
                  </a:lnTo>
                  <a:lnTo>
                    <a:pt x="57364" y="171449"/>
                  </a:lnTo>
                  <a:lnTo>
                    <a:pt x="53371" y="171056"/>
                  </a:lnTo>
                  <a:lnTo>
                    <a:pt x="49417" y="170269"/>
                  </a:lnTo>
                  <a:lnTo>
                    <a:pt x="45464" y="169483"/>
                  </a:lnTo>
                  <a:lnTo>
                    <a:pt x="12586" y="147515"/>
                  </a:lnTo>
                  <a:lnTo>
                    <a:pt x="1179" y="122031"/>
                  </a:lnTo>
                  <a:lnTo>
                    <a:pt x="393" y="118078"/>
                  </a:lnTo>
                  <a:lnTo>
                    <a:pt x="0" y="114085"/>
                  </a:lnTo>
                  <a:lnTo>
                    <a:pt x="0" y="110054"/>
                  </a:lnTo>
                  <a:close/>
                </a:path>
              </a:pathLst>
            </a:custGeom>
            <a:ln w="9524">
              <a:solidFill>
                <a:srgbClr val="2918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837852" y="3237229"/>
            <a:ext cx="4474845" cy="99504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-70" b="1">
                <a:solidFill>
                  <a:srgbClr val="E4DFDE"/>
                </a:solidFill>
                <a:latin typeface="Tahoma"/>
                <a:cs typeface="Tahoma"/>
              </a:rPr>
              <a:t>Step</a:t>
            </a:r>
            <a:r>
              <a:rPr dirty="0" sz="1850" spc="-190" b="1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 spc="-245" b="1">
                <a:solidFill>
                  <a:srgbClr val="E4DFDE"/>
                </a:solidFill>
                <a:latin typeface="Tahoma"/>
                <a:cs typeface="Tahoma"/>
              </a:rPr>
              <a:t>1:</a:t>
            </a:r>
            <a:r>
              <a:rPr dirty="0" sz="1850" spc="-190" b="1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 spc="-50" b="1">
                <a:solidFill>
                  <a:srgbClr val="E4DFDE"/>
                </a:solidFill>
                <a:latin typeface="Tahoma"/>
                <a:cs typeface="Tahoma"/>
              </a:rPr>
              <a:t>Always</a:t>
            </a:r>
            <a:r>
              <a:rPr dirty="0" sz="1850" spc="-190" b="1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 spc="-10" b="1">
                <a:solidFill>
                  <a:srgbClr val="E4DFDE"/>
                </a:solidFill>
                <a:latin typeface="Tahoma"/>
                <a:cs typeface="Tahoma"/>
              </a:rPr>
              <a:t>Verify</a:t>
            </a:r>
            <a:endParaRPr sz="1850">
              <a:latin typeface="Tahoma"/>
              <a:cs typeface="Tahoma"/>
            </a:endParaRPr>
          </a:p>
          <a:p>
            <a:pPr marL="12700" marR="5080">
              <a:lnSpc>
                <a:spcPct val="137900"/>
              </a:lnSpc>
              <a:spcBef>
                <a:spcPts val="595"/>
              </a:spcBef>
            </a:pPr>
            <a:r>
              <a:rPr dirty="0" sz="1450" spc="95">
                <a:solidFill>
                  <a:srgbClr val="E4DFDE"/>
                </a:solidFill>
                <a:latin typeface="Tahoma"/>
                <a:cs typeface="Tahoma"/>
              </a:rPr>
              <a:t>Check</a:t>
            </a:r>
            <a:r>
              <a:rPr dirty="0" sz="1450" spc="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E4DFDE"/>
                </a:solidFill>
                <a:latin typeface="Tahoma"/>
                <a:cs typeface="Tahoma"/>
              </a:rPr>
              <a:t>facts, examples, </a:t>
            </a:r>
            <a:r>
              <a:rPr dirty="0" sz="1450" spc="55">
                <a:solidFill>
                  <a:srgbClr val="E4DFDE"/>
                </a:solidFill>
                <a:latin typeface="Tahoma"/>
                <a:cs typeface="Tahoma"/>
              </a:rPr>
              <a:t>and</a:t>
            </a:r>
            <a:r>
              <a:rPr dirty="0" sz="1450" spc="1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70">
                <a:solidFill>
                  <a:srgbClr val="E4DFDE"/>
                </a:solidFill>
                <a:latin typeface="Tahoma"/>
                <a:cs typeface="Tahoma"/>
              </a:rPr>
              <a:t>sources</a:t>
            </a:r>
            <a:r>
              <a:rPr dirty="0" sz="1450" spc="10">
                <a:solidFill>
                  <a:srgbClr val="E4DFDE"/>
                </a:solidFill>
                <a:latin typeface="Tahoma"/>
                <a:cs typeface="Tahoma"/>
              </a:rPr>
              <a:t> before </a:t>
            </a:r>
            <a:r>
              <a:rPr dirty="0" sz="1450" spc="50">
                <a:solidFill>
                  <a:srgbClr val="E4DFDE"/>
                </a:solidFill>
                <a:latin typeface="Tahoma"/>
                <a:cs typeface="Tahoma"/>
              </a:rPr>
              <a:t>using</a:t>
            </a:r>
            <a:r>
              <a:rPr dirty="0" sz="1450" spc="1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-25">
                <a:solidFill>
                  <a:srgbClr val="E4DFDE"/>
                </a:solidFill>
                <a:latin typeface="Tahoma"/>
                <a:cs typeface="Tahoma"/>
              </a:rPr>
              <a:t>AI </a:t>
            </a:r>
            <a:r>
              <a:rPr dirty="0" sz="1450" spc="-10">
                <a:solidFill>
                  <a:srgbClr val="E4DFDE"/>
                </a:solidFill>
                <a:latin typeface="Tahoma"/>
                <a:cs typeface="Tahoma"/>
              </a:rPr>
              <a:t>output.</a:t>
            </a:r>
            <a:endParaRPr sz="145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191248" y="2600324"/>
            <a:ext cx="5343525" cy="190500"/>
            <a:chOff x="6191248" y="2600324"/>
            <a:chExt cx="5343525" cy="190500"/>
          </a:xfrm>
        </p:grpSpPr>
        <p:sp>
          <p:nvSpPr>
            <p:cNvPr id="9" name="object 9"/>
            <p:cNvSpPr/>
            <p:nvPr/>
          </p:nvSpPr>
          <p:spPr>
            <a:xfrm>
              <a:off x="6196011" y="2605087"/>
              <a:ext cx="5334000" cy="180975"/>
            </a:xfrm>
            <a:custGeom>
              <a:avLst/>
              <a:gdLst/>
              <a:ahLst/>
              <a:cxnLst/>
              <a:rect l="l" t="t" r="r" b="b"/>
              <a:pathLst>
                <a:path w="5334000" h="180975">
                  <a:moveTo>
                    <a:pt x="5276636" y="180974"/>
                  </a:moveTo>
                  <a:lnTo>
                    <a:pt x="57364" y="180974"/>
                  </a:lnTo>
                  <a:lnTo>
                    <a:pt x="53371" y="180581"/>
                  </a:lnTo>
                  <a:lnTo>
                    <a:pt x="15132" y="160141"/>
                  </a:lnTo>
                  <a:lnTo>
                    <a:pt x="0" y="123610"/>
                  </a:lnTo>
                  <a:lnTo>
                    <a:pt x="0" y="119579"/>
                  </a:lnTo>
                  <a:lnTo>
                    <a:pt x="0" y="57364"/>
                  </a:lnTo>
                  <a:lnTo>
                    <a:pt x="15132" y="20832"/>
                  </a:lnTo>
                  <a:lnTo>
                    <a:pt x="53371" y="393"/>
                  </a:lnTo>
                  <a:lnTo>
                    <a:pt x="57364" y="0"/>
                  </a:lnTo>
                  <a:lnTo>
                    <a:pt x="5276636" y="0"/>
                  </a:lnTo>
                  <a:lnTo>
                    <a:pt x="5313166" y="15131"/>
                  </a:lnTo>
                  <a:lnTo>
                    <a:pt x="5333604" y="53371"/>
                  </a:lnTo>
                  <a:lnTo>
                    <a:pt x="5333999" y="57364"/>
                  </a:lnTo>
                  <a:lnTo>
                    <a:pt x="5333999" y="123610"/>
                  </a:lnTo>
                  <a:lnTo>
                    <a:pt x="5318867" y="160141"/>
                  </a:lnTo>
                  <a:lnTo>
                    <a:pt x="5280627" y="180581"/>
                  </a:lnTo>
                  <a:lnTo>
                    <a:pt x="5276636" y="180974"/>
                  </a:lnTo>
                  <a:close/>
                </a:path>
              </a:pathLst>
            </a:custGeom>
            <a:solidFill>
              <a:srgbClr val="11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196011" y="2605087"/>
              <a:ext cx="5334000" cy="180975"/>
            </a:xfrm>
            <a:custGeom>
              <a:avLst/>
              <a:gdLst/>
              <a:ahLst/>
              <a:cxnLst/>
              <a:rect l="l" t="t" r="r" b="b"/>
              <a:pathLst>
                <a:path w="5334000" h="180975">
                  <a:moveTo>
                    <a:pt x="0" y="119579"/>
                  </a:moveTo>
                  <a:lnTo>
                    <a:pt x="0" y="61395"/>
                  </a:lnTo>
                  <a:lnTo>
                    <a:pt x="0" y="57364"/>
                  </a:lnTo>
                  <a:lnTo>
                    <a:pt x="393" y="53371"/>
                  </a:lnTo>
                  <a:lnTo>
                    <a:pt x="1180" y="49417"/>
                  </a:lnTo>
                  <a:lnTo>
                    <a:pt x="1966" y="45464"/>
                  </a:lnTo>
                  <a:lnTo>
                    <a:pt x="3130" y="41624"/>
                  </a:lnTo>
                  <a:lnTo>
                    <a:pt x="17982" y="17982"/>
                  </a:lnTo>
                  <a:lnTo>
                    <a:pt x="20832" y="15131"/>
                  </a:lnTo>
                  <a:lnTo>
                    <a:pt x="23934" y="12586"/>
                  </a:lnTo>
                  <a:lnTo>
                    <a:pt x="27286" y="10346"/>
                  </a:lnTo>
                  <a:lnTo>
                    <a:pt x="30637" y="8107"/>
                  </a:lnTo>
                  <a:lnTo>
                    <a:pt x="57364" y="0"/>
                  </a:lnTo>
                  <a:lnTo>
                    <a:pt x="61396" y="0"/>
                  </a:lnTo>
                  <a:lnTo>
                    <a:pt x="5272605" y="0"/>
                  </a:lnTo>
                  <a:lnTo>
                    <a:pt x="5276636" y="0"/>
                  </a:lnTo>
                  <a:lnTo>
                    <a:pt x="5280627" y="393"/>
                  </a:lnTo>
                  <a:lnTo>
                    <a:pt x="5316017" y="17982"/>
                  </a:lnTo>
                  <a:lnTo>
                    <a:pt x="5323651" y="27285"/>
                  </a:lnTo>
                  <a:lnTo>
                    <a:pt x="5325891" y="30637"/>
                  </a:lnTo>
                  <a:lnTo>
                    <a:pt x="5334000" y="61395"/>
                  </a:lnTo>
                  <a:lnTo>
                    <a:pt x="5334000" y="119579"/>
                  </a:lnTo>
                  <a:lnTo>
                    <a:pt x="5329324" y="143073"/>
                  </a:lnTo>
                  <a:lnTo>
                    <a:pt x="5327781" y="146798"/>
                  </a:lnTo>
                  <a:lnTo>
                    <a:pt x="5299823" y="174758"/>
                  </a:lnTo>
                  <a:lnTo>
                    <a:pt x="5272605" y="180974"/>
                  </a:lnTo>
                  <a:lnTo>
                    <a:pt x="61396" y="180974"/>
                  </a:lnTo>
                  <a:lnTo>
                    <a:pt x="27286" y="170627"/>
                  </a:lnTo>
                  <a:lnTo>
                    <a:pt x="23934" y="168387"/>
                  </a:lnTo>
                  <a:lnTo>
                    <a:pt x="20832" y="165843"/>
                  </a:lnTo>
                  <a:lnTo>
                    <a:pt x="17982" y="162992"/>
                  </a:lnTo>
                  <a:lnTo>
                    <a:pt x="15132" y="160141"/>
                  </a:lnTo>
                  <a:lnTo>
                    <a:pt x="12586" y="157040"/>
                  </a:lnTo>
                  <a:lnTo>
                    <a:pt x="10346" y="153688"/>
                  </a:lnTo>
                  <a:lnTo>
                    <a:pt x="8106" y="150336"/>
                  </a:lnTo>
                  <a:lnTo>
                    <a:pt x="6215" y="146798"/>
                  </a:lnTo>
                  <a:lnTo>
                    <a:pt x="4672" y="143073"/>
                  </a:lnTo>
                  <a:lnTo>
                    <a:pt x="3130" y="139349"/>
                  </a:lnTo>
                  <a:lnTo>
                    <a:pt x="1966" y="135510"/>
                  </a:lnTo>
                  <a:lnTo>
                    <a:pt x="1180" y="131556"/>
                  </a:lnTo>
                  <a:lnTo>
                    <a:pt x="393" y="127602"/>
                  </a:lnTo>
                  <a:lnTo>
                    <a:pt x="0" y="123610"/>
                  </a:lnTo>
                  <a:lnTo>
                    <a:pt x="0" y="119579"/>
                  </a:lnTo>
                  <a:close/>
                </a:path>
              </a:pathLst>
            </a:custGeom>
            <a:ln w="9524">
              <a:solidFill>
                <a:srgbClr val="2918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6366817" y="2951479"/>
            <a:ext cx="4892675" cy="690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-70" b="1">
                <a:solidFill>
                  <a:srgbClr val="E4DFDE"/>
                </a:solidFill>
                <a:latin typeface="Tahoma"/>
                <a:cs typeface="Tahoma"/>
              </a:rPr>
              <a:t>Step</a:t>
            </a:r>
            <a:r>
              <a:rPr dirty="0" sz="1850" spc="-190" b="1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 spc="-70" b="1">
                <a:solidFill>
                  <a:srgbClr val="E4DFDE"/>
                </a:solidFill>
                <a:latin typeface="Tahoma"/>
                <a:cs typeface="Tahoma"/>
              </a:rPr>
              <a:t>2:</a:t>
            </a:r>
            <a:r>
              <a:rPr dirty="0" sz="1850" spc="-190" b="1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 spc="-20" b="1">
                <a:solidFill>
                  <a:srgbClr val="E4DFDE"/>
                </a:solidFill>
                <a:latin typeface="Tahoma"/>
                <a:cs typeface="Tahoma"/>
              </a:rPr>
              <a:t>Edit</a:t>
            </a:r>
            <a:endParaRPr sz="18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255"/>
              </a:spcBef>
            </a:pPr>
            <a:r>
              <a:rPr dirty="0" sz="1450">
                <a:solidFill>
                  <a:srgbClr val="E4DFDE"/>
                </a:solidFill>
                <a:latin typeface="Tahoma"/>
                <a:cs typeface="Tahoma"/>
              </a:rPr>
              <a:t>Refine</a:t>
            </a:r>
            <a:r>
              <a:rPr dirty="0" sz="1450" spc="2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E4DFDE"/>
                </a:solidFill>
                <a:latin typeface="Tahoma"/>
                <a:cs typeface="Tahoma"/>
              </a:rPr>
              <a:t>the</a:t>
            </a:r>
            <a:r>
              <a:rPr dirty="0" sz="1450" spc="1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E4DFDE"/>
                </a:solidFill>
                <a:latin typeface="Tahoma"/>
                <a:cs typeface="Tahoma"/>
              </a:rPr>
              <a:t>wording,</a:t>
            </a:r>
            <a:r>
              <a:rPr dirty="0" sz="1450" spc="2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50">
                <a:solidFill>
                  <a:srgbClr val="E4DFDE"/>
                </a:solidFill>
                <a:latin typeface="Tahoma"/>
                <a:cs typeface="Tahoma"/>
              </a:rPr>
              <a:t>accuracy,</a:t>
            </a:r>
            <a:r>
              <a:rPr dirty="0" sz="1450" spc="2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55">
                <a:solidFill>
                  <a:srgbClr val="E4DFDE"/>
                </a:solidFill>
                <a:latin typeface="Tahoma"/>
                <a:cs typeface="Tahoma"/>
              </a:rPr>
              <a:t>and</a:t>
            </a:r>
            <a:r>
              <a:rPr dirty="0" sz="1450" spc="2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E4DFDE"/>
                </a:solidFill>
                <a:latin typeface="Tahoma"/>
                <a:cs typeface="Tahoma"/>
              </a:rPr>
              <a:t>tone</a:t>
            </a:r>
            <a:r>
              <a:rPr dirty="0" sz="1450" spc="2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E4DFDE"/>
                </a:solidFill>
                <a:latin typeface="Tahoma"/>
                <a:cs typeface="Tahoma"/>
              </a:rPr>
              <a:t>to</a:t>
            </a:r>
            <a:r>
              <a:rPr dirty="0" sz="1450" spc="2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E4DFDE"/>
                </a:solidFill>
                <a:latin typeface="Tahoma"/>
                <a:cs typeface="Tahoma"/>
              </a:rPr>
              <a:t>fit</a:t>
            </a:r>
            <a:r>
              <a:rPr dirty="0" sz="1450" spc="2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E4DFDE"/>
                </a:solidFill>
                <a:latin typeface="Tahoma"/>
                <a:cs typeface="Tahoma"/>
              </a:rPr>
              <a:t>your</a:t>
            </a:r>
            <a:r>
              <a:rPr dirty="0" sz="1450" spc="2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35">
                <a:solidFill>
                  <a:srgbClr val="E4DFDE"/>
                </a:solidFill>
                <a:latin typeface="Tahoma"/>
                <a:cs typeface="Tahoma"/>
              </a:rPr>
              <a:t>lesson.</a:t>
            </a:r>
            <a:endParaRPr sz="145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57224" y="4933949"/>
            <a:ext cx="5343525" cy="190500"/>
            <a:chOff x="657224" y="4933949"/>
            <a:chExt cx="5343525" cy="190500"/>
          </a:xfrm>
        </p:grpSpPr>
        <p:sp>
          <p:nvSpPr>
            <p:cNvPr id="13" name="object 13"/>
            <p:cNvSpPr/>
            <p:nvPr/>
          </p:nvSpPr>
          <p:spPr>
            <a:xfrm>
              <a:off x="661987" y="4938712"/>
              <a:ext cx="5334000" cy="180975"/>
            </a:xfrm>
            <a:custGeom>
              <a:avLst/>
              <a:gdLst/>
              <a:ahLst/>
              <a:cxnLst/>
              <a:rect l="l" t="t" r="r" b="b"/>
              <a:pathLst>
                <a:path w="5334000" h="180975">
                  <a:moveTo>
                    <a:pt x="5276635" y="180974"/>
                  </a:moveTo>
                  <a:lnTo>
                    <a:pt x="57364" y="180974"/>
                  </a:lnTo>
                  <a:lnTo>
                    <a:pt x="53371" y="180581"/>
                  </a:lnTo>
                  <a:lnTo>
                    <a:pt x="15131" y="160141"/>
                  </a:lnTo>
                  <a:lnTo>
                    <a:pt x="0" y="123609"/>
                  </a:lnTo>
                  <a:lnTo>
                    <a:pt x="0" y="119579"/>
                  </a:lnTo>
                  <a:lnTo>
                    <a:pt x="0" y="57363"/>
                  </a:lnTo>
                  <a:lnTo>
                    <a:pt x="15131" y="20832"/>
                  </a:lnTo>
                  <a:lnTo>
                    <a:pt x="53371" y="393"/>
                  </a:lnTo>
                  <a:lnTo>
                    <a:pt x="57364" y="0"/>
                  </a:lnTo>
                  <a:lnTo>
                    <a:pt x="5276635" y="0"/>
                  </a:lnTo>
                  <a:lnTo>
                    <a:pt x="5313166" y="15132"/>
                  </a:lnTo>
                  <a:lnTo>
                    <a:pt x="5333606" y="53371"/>
                  </a:lnTo>
                  <a:lnTo>
                    <a:pt x="5333999" y="57363"/>
                  </a:lnTo>
                  <a:lnTo>
                    <a:pt x="5333999" y="123609"/>
                  </a:lnTo>
                  <a:lnTo>
                    <a:pt x="5318867" y="160141"/>
                  </a:lnTo>
                  <a:lnTo>
                    <a:pt x="5280627" y="180581"/>
                  </a:lnTo>
                  <a:lnTo>
                    <a:pt x="5276635" y="180974"/>
                  </a:lnTo>
                  <a:close/>
                </a:path>
              </a:pathLst>
            </a:custGeom>
            <a:solidFill>
              <a:srgbClr val="11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61987" y="4938712"/>
              <a:ext cx="5334000" cy="180975"/>
            </a:xfrm>
            <a:custGeom>
              <a:avLst/>
              <a:gdLst/>
              <a:ahLst/>
              <a:cxnLst/>
              <a:rect l="l" t="t" r="r" b="b"/>
              <a:pathLst>
                <a:path w="5334000" h="180975">
                  <a:moveTo>
                    <a:pt x="0" y="119579"/>
                  </a:moveTo>
                  <a:lnTo>
                    <a:pt x="0" y="61395"/>
                  </a:lnTo>
                  <a:lnTo>
                    <a:pt x="0" y="57363"/>
                  </a:lnTo>
                  <a:lnTo>
                    <a:pt x="393" y="53371"/>
                  </a:lnTo>
                  <a:lnTo>
                    <a:pt x="1179" y="49417"/>
                  </a:lnTo>
                  <a:lnTo>
                    <a:pt x="1966" y="45463"/>
                  </a:lnTo>
                  <a:lnTo>
                    <a:pt x="3130" y="41624"/>
                  </a:lnTo>
                  <a:lnTo>
                    <a:pt x="4673" y="37899"/>
                  </a:lnTo>
                  <a:lnTo>
                    <a:pt x="6216" y="34175"/>
                  </a:lnTo>
                  <a:lnTo>
                    <a:pt x="8107" y="30637"/>
                  </a:lnTo>
                  <a:lnTo>
                    <a:pt x="10346" y="27285"/>
                  </a:lnTo>
                  <a:lnTo>
                    <a:pt x="12586" y="23933"/>
                  </a:lnTo>
                  <a:lnTo>
                    <a:pt x="15131" y="20832"/>
                  </a:lnTo>
                  <a:lnTo>
                    <a:pt x="17982" y="17982"/>
                  </a:lnTo>
                  <a:lnTo>
                    <a:pt x="20832" y="15131"/>
                  </a:lnTo>
                  <a:lnTo>
                    <a:pt x="57364" y="0"/>
                  </a:lnTo>
                  <a:lnTo>
                    <a:pt x="61395" y="0"/>
                  </a:lnTo>
                  <a:lnTo>
                    <a:pt x="5272603" y="0"/>
                  </a:lnTo>
                  <a:lnTo>
                    <a:pt x="5276635" y="0"/>
                  </a:lnTo>
                  <a:lnTo>
                    <a:pt x="5280627" y="393"/>
                  </a:lnTo>
                  <a:lnTo>
                    <a:pt x="5316016" y="17982"/>
                  </a:lnTo>
                  <a:lnTo>
                    <a:pt x="5318867" y="20832"/>
                  </a:lnTo>
                  <a:lnTo>
                    <a:pt x="5321412" y="23934"/>
                  </a:lnTo>
                  <a:lnTo>
                    <a:pt x="5323651" y="27285"/>
                  </a:lnTo>
                  <a:lnTo>
                    <a:pt x="5325891" y="30637"/>
                  </a:lnTo>
                  <a:lnTo>
                    <a:pt x="5333999" y="61395"/>
                  </a:lnTo>
                  <a:lnTo>
                    <a:pt x="5333999" y="119579"/>
                  </a:lnTo>
                  <a:lnTo>
                    <a:pt x="5323651" y="153688"/>
                  </a:lnTo>
                  <a:lnTo>
                    <a:pt x="5321412" y="157039"/>
                  </a:lnTo>
                  <a:lnTo>
                    <a:pt x="5296098" y="176300"/>
                  </a:lnTo>
                  <a:lnTo>
                    <a:pt x="5292374" y="177843"/>
                  </a:lnTo>
                  <a:lnTo>
                    <a:pt x="5288534" y="179008"/>
                  </a:lnTo>
                  <a:lnTo>
                    <a:pt x="5284581" y="179795"/>
                  </a:lnTo>
                  <a:lnTo>
                    <a:pt x="5280627" y="180581"/>
                  </a:lnTo>
                  <a:lnTo>
                    <a:pt x="5276635" y="180974"/>
                  </a:lnTo>
                  <a:lnTo>
                    <a:pt x="5272603" y="180974"/>
                  </a:lnTo>
                  <a:lnTo>
                    <a:pt x="61395" y="180974"/>
                  </a:lnTo>
                  <a:lnTo>
                    <a:pt x="57364" y="180974"/>
                  </a:lnTo>
                  <a:lnTo>
                    <a:pt x="53371" y="180581"/>
                  </a:lnTo>
                  <a:lnTo>
                    <a:pt x="49417" y="179795"/>
                  </a:lnTo>
                  <a:lnTo>
                    <a:pt x="45464" y="179008"/>
                  </a:lnTo>
                  <a:lnTo>
                    <a:pt x="41624" y="177843"/>
                  </a:lnTo>
                  <a:lnTo>
                    <a:pt x="37900" y="176300"/>
                  </a:lnTo>
                  <a:lnTo>
                    <a:pt x="34176" y="174758"/>
                  </a:lnTo>
                  <a:lnTo>
                    <a:pt x="30637" y="172867"/>
                  </a:lnTo>
                  <a:lnTo>
                    <a:pt x="27285" y="170627"/>
                  </a:lnTo>
                  <a:lnTo>
                    <a:pt x="23934" y="168387"/>
                  </a:lnTo>
                  <a:lnTo>
                    <a:pt x="4673" y="143073"/>
                  </a:lnTo>
                  <a:lnTo>
                    <a:pt x="3130" y="139349"/>
                  </a:lnTo>
                  <a:lnTo>
                    <a:pt x="1966" y="135510"/>
                  </a:lnTo>
                  <a:lnTo>
                    <a:pt x="1179" y="131556"/>
                  </a:lnTo>
                  <a:lnTo>
                    <a:pt x="393" y="127602"/>
                  </a:lnTo>
                  <a:lnTo>
                    <a:pt x="0" y="123609"/>
                  </a:lnTo>
                  <a:lnTo>
                    <a:pt x="0" y="119579"/>
                  </a:lnTo>
                  <a:close/>
                </a:path>
              </a:pathLst>
            </a:custGeom>
            <a:ln w="9524">
              <a:solidFill>
                <a:srgbClr val="2918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837852" y="5294629"/>
            <a:ext cx="4558665" cy="690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-70" b="1">
                <a:solidFill>
                  <a:srgbClr val="E4DFDE"/>
                </a:solidFill>
                <a:latin typeface="Tahoma"/>
                <a:cs typeface="Tahoma"/>
              </a:rPr>
              <a:t>Step</a:t>
            </a:r>
            <a:r>
              <a:rPr dirty="0" sz="1850" spc="-190" b="1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 spc="-55" b="1">
                <a:solidFill>
                  <a:srgbClr val="E4DFDE"/>
                </a:solidFill>
                <a:latin typeface="Tahoma"/>
                <a:cs typeface="Tahoma"/>
              </a:rPr>
              <a:t>3:</a:t>
            </a:r>
            <a:r>
              <a:rPr dirty="0" sz="1850" spc="-185" b="1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 spc="-10" b="1">
                <a:solidFill>
                  <a:srgbClr val="E4DFDE"/>
                </a:solidFill>
                <a:latin typeface="Tahoma"/>
                <a:cs typeface="Tahoma"/>
              </a:rPr>
              <a:t>Personalize</a:t>
            </a:r>
            <a:endParaRPr sz="18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255"/>
              </a:spcBef>
            </a:pPr>
            <a:r>
              <a:rPr dirty="0" sz="1450" spc="95">
                <a:solidFill>
                  <a:srgbClr val="E4DFDE"/>
                </a:solidFill>
                <a:latin typeface="Tahoma"/>
                <a:cs typeface="Tahoma"/>
              </a:rPr>
              <a:t>Add</a:t>
            </a:r>
            <a:r>
              <a:rPr dirty="0" sz="1450" spc="3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E4DFDE"/>
                </a:solidFill>
                <a:latin typeface="Tahoma"/>
                <a:cs typeface="Tahoma"/>
              </a:rPr>
              <a:t>your</a:t>
            </a:r>
            <a:r>
              <a:rPr dirty="0" sz="1450" spc="3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70">
                <a:solidFill>
                  <a:srgbClr val="E4DFDE"/>
                </a:solidFill>
                <a:latin typeface="Tahoma"/>
                <a:cs typeface="Tahoma"/>
              </a:rPr>
              <a:t>own</a:t>
            </a:r>
            <a:r>
              <a:rPr dirty="0" sz="1450" spc="3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E4DFDE"/>
                </a:solidFill>
                <a:latin typeface="Tahoma"/>
                <a:cs typeface="Tahoma"/>
              </a:rPr>
              <a:t>examples,</a:t>
            </a:r>
            <a:r>
              <a:rPr dirty="0" sz="1450" spc="3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E4DFDE"/>
                </a:solidFill>
                <a:latin typeface="Tahoma"/>
                <a:cs typeface="Tahoma"/>
              </a:rPr>
              <a:t>context,</a:t>
            </a:r>
            <a:r>
              <a:rPr dirty="0" sz="1450" spc="3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55">
                <a:solidFill>
                  <a:srgbClr val="E4DFDE"/>
                </a:solidFill>
                <a:latin typeface="Tahoma"/>
                <a:cs typeface="Tahoma"/>
              </a:rPr>
              <a:t>and</a:t>
            </a:r>
            <a:r>
              <a:rPr dirty="0" sz="1450" spc="3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E4DFDE"/>
                </a:solidFill>
                <a:latin typeface="Tahoma"/>
                <a:cs typeface="Tahoma"/>
              </a:rPr>
              <a:t>teaching</a:t>
            </a:r>
            <a:r>
              <a:rPr dirty="0" sz="1450" spc="3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E4DFDE"/>
                </a:solidFill>
                <a:latin typeface="Tahoma"/>
                <a:cs typeface="Tahoma"/>
              </a:rPr>
              <a:t>style.</a:t>
            </a:r>
            <a:endParaRPr sz="145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191248" y="4648199"/>
            <a:ext cx="5343525" cy="190500"/>
            <a:chOff x="6191248" y="4648199"/>
            <a:chExt cx="5343525" cy="190500"/>
          </a:xfrm>
        </p:grpSpPr>
        <p:sp>
          <p:nvSpPr>
            <p:cNvPr id="17" name="object 17"/>
            <p:cNvSpPr/>
            <p:nvPr/>
          </p:nvSpPr>
          <p:spPr>
            <a:xfrm>
              <a:off x="6196011" y="4652962"/>
              <a:ext cx="5334000" cy="180975"/>
            </a:xfrm>
            <a:custGeom>
              <a:avLst/>
              <a:gdLst/>
              <a:ahLst/>
              <a:cxnLst/>
              <a:rect l="l" t="t" r="r" b="b"/>
              <a:pathLst>
                <a:path w="5334000" h="180975">
                  <a:moveTo>
                    <a:pt x="5276636" y="180974"/>
                  </a:moveTo>
                  <a:lnTo>
                    <a:pt x="57364" y="180974"/>
                  </a:lnTo>
                  <a:lnTo>
                    <a:pt x="53371" y="180581"/>
                  </a:lnTo>
                  <a:lnTo>
                    <a:pt x="15132" y="160141"/>
                  </a:lnTo>
                  <a:lnTo>
                    <a:pt x="0" y="123610"/>
                  </a:lnTo>
                  <a:lnTo>
                    <a:pt x="0" y="119579"/>
                  </a:lnTo>
                  <a:lnTo>
                    <a:pt x="0" y="57364"/>
                  </a:lnTo>
                  <a:lnTo>
                    <a:pt x="15132" y="20832"/>
                  </a:lnTo>
                  <a:lnTo>
                    <a:pt x="53371" y="393"/>
                  </a:lnTo>
                  <a:lnTo>
                    <a:pt x="57364" y="0"/>
                  </a:lnTo>
                  <a:lnTo>
                    <a:pt x="5276636" y="0"/>
                  </a:lnTo>
                  <a:lnTo>
                    <a:pt x="5313166" y="15131"/>
                  </a:lnTo>
                  <a:lnTo>
                    <a:pt x="5333604" y="53371"/>
                  </a:lnTo>
                  <a:lnTo>
                    <a:pt x="5333999" y="57364"/>
                  </a:lnTo>
                  <a:lnTo>
                    <a:pt x="5333999" y="123610"/>
                  </a:lnTo>
                  <a:lnTo>
                    <a:pt x="5318867" y="160141"/>
                  </a:lnTo>
                  <a:lnTo>
                    <a:pt x="5280627" y="180581"/>
                  </a:lnTo>
                  <a:lnTo>
                    <a:pt x="5276636" y="180974"/>
                  </a:lnTo>
                  <a:close/>
                </a:path>
              </a:pathLst>
            </a:custGeom>
            <a:solidFill>
              <a:srgbClr val="11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196011" y="4652962"/>
              <a:ext cx="5334000" cy="180975"/>
            </a:xfrm>
            <a:custGeom>
              <a:avLst/>
              <a:gdLst/>
              <a:ahLst/>
              <a:cxnLst/>
              <a:rect l="l" t="t" r="r" b="b"/>
              <a:pathLst>
                <a:path w="5334000" h="180975">
                  <a:moveTo>
                    <a:pt x="0" y="119579"/>
                  </a:moveTo>
                  <a:lnTo>
                    <a:pt x="0" y="61395"/>
                  </a:lnTo>
                  <a:lnTo>
                    <a:pt x="0" y="57364"/>
                  </a:lnTo>
                  <a:lnTo>
                    <a:pt x="393" y="53371"/>
                  </a:lnTo>
                  <a:lnTo>
                    <a:pt x="1180" y="49417"/>
                  </a:lnTo>
                  <a:lnTo>
                    <a:pt x="1966" y="45463"/>
                  </a:lnTo>
                  <a:lnTo>
                    <a:pt x="3130" y="41624"/>
                  </a:lnTo>
                  <a:lnTo>
                    <a:pt x="17982" y="17982"/>
                  </a:lnTo>
                  <a:lnTo>
                    <a:pt x="20832" y="15131"/>
                  </a:lnTo>
                  <a:lnTo>
                    <a:pt x="23934" y="12585"/>
                  </a:lnTo>
                  <a:lnTo>
                    <a:pt x="27286" y="10346"/>
                  </a:lnTo>
                  <a:lnTo>
                    <a:pt x="30637" y="8106"/>
                  </a:lnTo>
                  <a:lnTo>
                    <a:pt x="57364" y="0"/>
                  </a:lnTo>
                  <a:lnTo>
                    <a:pt x="61396" y="0"/>
                  </a:lnTo>
                  <a:lnTo>
                    <a:pt x="5272605" y="0"/>
                  </a:lnTo>
                  <a:lnTo>
                    <a:pt x="5276636" y="0"/>
                  </a:lnTo>
                  <a:lnTo>
                    <a:pt x="5280627" y="393"/>
                  </a:lnTo>
                  <a:lnTo>
                    <a:pt x="5316017" y="17982"/>
                  </a:lnTo>
                  <a:lnTo>
                    <a:pt x="5323651" y="27285"/>
                  </a:lnTo>
                  <a:lnTo>
                    <a:pt x="5325891" y="30637"/>
                  </a:lnTo>
                  <a:lnTo>
                    <a:pt x="5334000" y="61395"/>
                  </a:lnTo>
                  <a:lnTo>
                    <a:pt x="5334000" y="119579"/>
                  </a:lnTo>
                  <a:lnTo>
                    <a:pt x="5321412" y="157040"/>
                  </a:lnTo>
                  <a:lnTo>
                    <a:pt x="5306713" y="170627"/>
                  </a:lnTo>
                  <a:lnTo>
                    <a:pt x="5303361" y="172866"/>
                  </a:lnTo>
                  <a:lnTo>
                    <a:pt x="5284581" y="179794"/>
                  </a:lnTo>
                  <a:lnTo>
                    <a:pt x="5280627" y="180581"/>
                  </a:lnTo>
                  <a:lnTo>
                    <a:pt x="5276636" y="180974"/>
                  </a:lnTo>
                  <a:lnTo>
                    <a:pt x="5272605" y="180974"/>
                  </a:lnTo>
                  <a:lnTo>
                    <a:pt x="61396" y="180974"/>
                  </a:lnTo>
                  <a:lnTo>
                    <a:pt x="57364" y="180974"/>
                  </a:lnTo>
                  <a:lnTo>
                    <a:pt x="53371" y="180581"/>
                  </a:lnTo>
                  <a:lnTo>
                    <a:pt x="49417" y="179794"/>
                  </a:lnTo>
                  <a:lnTo>
                    <a:pt x="45464" y="179008"/>
                  </a:lnTo>
                  <a:lnTo>
                    <a:pt x="27286" y="170627"/>
                  </a:lnTo>
                  <a:lnTo>
                    <a:pt x="23934" y="168387"/>
                  </a:lnTo>
                  <a:lnTo>
                    <a:pt x="10346" y="153688"/>
                  </a:lnTo>
                  <a:lnTo>
                    <a:pt x="8106" y="150336"/>
                  </a:lnTo>
                  <a:lnTo>
                    <a:pt x="6215" y="146798"/>
                  </a:lnTo>
                  <a:lnTo>
                    <a:pt x="4672" y="143074"/>
                  </a:lnTo>
                  <a:lnTo>
                    <a:pt x="3130" y="139349"/>
                  </a:lnTo>
                  <a:lnTo>
                    <a:pt x="1966" y="135510"/>
                  </a:lnTo>
                  <a:lnTo>
                    <a:pt x="1180" y="131556"/>
                  </a:lnTo>
                  <a:lnTo>
                    <a:pt x="393" y="127602"/>
                  </a:lnTo>
                  <a:lnTo>
                    <a:pt x="0" y="123610"/>
                  </a:lnTo>
                  <a:lnTo>
                    <a:pt x="0" y="119579"/>
                  </a:lnTo>
                  <a:close/>
                </a:path>
              </a:pathLst>
            </a:custGeom>
            <a:ln w="9524">
              <a:solidFill>
                <a:srgbClr val="2918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366817" y="5008879"/>
            <a:ext cx="4295775" cy="99504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-70" b="1">
                <a:solidFill>
                  <a:srgbClr val="E4DFDE"/>
                </a:solidFill>
                <a:latin typeface="Tahoma"/>
                <a:cs typeface="Tahoma"/>
              </a:rPr>
              <a:t>Step</a:t>
            </a:r>
            <a:r>
              <a:rPr dirty="0" sz="1850" spc="-190" b="1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 spc="-25" b="1">
                <a:solidFill>
                  <a:srgbClr val="E4DFDE"/>
                </a:solidFill>
                <a:latin typeface="Tahoma"/>
                <a:cs typeface="Tahoma"/>
              </a:rPr>
              <a:t>4:</a:t>
            </a:r>
            <a:r>
              <a:rPr dirty="0" sz="1850" spc="-185" b="1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 spc="-45" b="1">
                <a:solidFill>
                  <a:srgbClr val="E4DFDE"/>
                </a:solidFill>
                <a:latin typeface="Tahoma"/>
                <a:cs typeface="Tahoma"/>
              </a:rPr>
              <a:t>Then</a:t>
            </a:r>
            <a:r>
              <a:rPr dirty="0" sz="1850" spc="-185" b="1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 spc="-10" b="1">
                <a:solidFill>
                  <a:srgbClr val="E4DFDE"/>
                </a:solidFill>
                <a:latin typeface="Tahoma"/>
                <a:cs typeface="Tahoma"/>
              </a:rPr>
              <a:t>Teach</a:t>
            </a:r>
            <a:endParaRPr sz="1850">
              <a:latin typeface="Tahoma"/>
              <a:cs typeface="Tahoma"/>
            </a:endParaRPr>
          </a:p>
          <a:p>
            <a:pPr marL="12700" marR="5080">
              <a:lnSpc>
                <a:spcPct val="137900"/>
              </a:lnSpc>
              <a:spcBef>
                <a:spcPts val="595"/>
              </a:spcBef>
            </a:pPr>
            <a:r>
              <a:rPr dirty="0" sz="1450">
                <a:solidFill>
                  <a:srgbClr val="E4DFDE"/>
                </a:solidFill>
                <a:latin typeface="Tahoma"/>
                <a:cs typeface="Tahoma"/>
              </a:rPr>
              <a:t>Share</a:t>
            </a:r>
            <a:r>
              <a:rPr dirty="0" sz="1450" spc="-3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E4DFDE"/>
                </a:solidFill>
                <a:latin typeface="Tahoma"/>
                <a:cs typeface="Tahoma"/>
              </a:rPr>
              <a:t>the</a:t>
            </a:r>
            <a:r>
              <a:rPr dirty="0" sz="1450" spc="-3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E4DFDE"/>
                </a:solidFill>
                <a:latin typeface="Tahoma"/>
                <a:cs typeface="Tahoma"/>
              </a:rPr>
              <a:t>final</a:t>
            </a:r>
            <a:r>
              <a:rPr dirty="0" sz="1450" spc="-3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45">
                <a:solidFill>
                  <a:srgbClr val="E4DFDE"/>
                </a:solidFill>
                <a:latin typeface="Tahoma"/>
                <a:cs typeface="Tahoma"/>
              </a:rPr>
              <a:t>version</a:t>
            </a:r>
            <a:r>
              <a:rPr dirty="0" sz="1450" spc="-3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50">
                <a:solidFill>
                  <a:srgbClr val="E4DFDE"/>
                </a:solidFill>
                <a:latin typeface="Tahoma"/>
                <a:cs typeface="Tahoma"/>
              </a:rPr>
              <a:t>only</a:t>
            </a:r>
            <a:r>
              <a:rPr dirty="0" sz="1450" spc="-3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E4DFDE"/>
                </a:solidFill>
                <a:latin typeface="Tahoma"/>
                <a:cs typeface="Tahoma"/>
              </a:rPr>
              <a:t>after</a:t>
            </a:r>
            <a:r>
              <a:rPr dirty="0" sz="1450" spc="-3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E4DFDE"/>
                </a:solidFill>
                <a:latin typeface="Tahoma"/>
                <a:cs typeface="Tahoma"/>
              </a:rPr>
              <a:t>it</a:t>
            </a:r>
            <a:r>
              <a:rPr dirty="0" sz="1450" spc="-3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60">
                <a:solidFill>
                  <a:srgbClr val="E4DFDE"/>
                </a:solidFill>
                <a:latin typeface="Tahoma"/>
                <a:cs typeface="Tahoma"/>
              </a:rPr>
              <a:t>is</a:t>
            </a:r>
            <a:r>
              <a:rPr dirty="0" sz="1450" spc="-3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50">
                <a:solidFill>
                  <a:srgbClr val="E4DFDE"/>
                </a:solidFill>
                <a:latin typeface="Tahoma"/>
                <a:cs typeface="Tahoma"/>
              </a:rPr>
              <a:t>accurate</a:t>
            </a:r>
            <a:r>
              <a:rPr dirty="0" sz="1450" spc="-3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30">
                <a:solidFill>
                  <a:srgbClr val="E4DFDE"/>
                </a:solidFill>
                <a:latin typeface="Tahoma"/>
                <a:cs typeface="Tahoma"/>
              </a:rPr>
              <a:t>and </a:t>
            </a:r>
            <a:r>
              <a:rPr dirty="0" sz="1450" spc="60">
                <a:solidFill>
                  <a:srgbClr val="E4DFDE"/>
                </a:solidFill>
                <a:latin typeface="Tahoma"/>
                <a:cs typeface="Tahoma"/>
              </a:rPr>
              <a:t>classroom-</a:t>
            </a:r>
            <a:r>
              <a:rPr dirty="0" sz="1450" spc="-10">
                <a:solidFill>
                  <a:srgbClr val="E4DFDE"/>
                </a:solidFill>
                <a:latin typeface="Tahoma"/>
                <a:cs typeface="Tahoma"/>
              </a:rPr>
              <a:t>ready.</a:t>
            </a:r>
            <a:endParaRPr sz="1450">
              <a:latin typeface="Tahoma"/>
              <a:cs typeface="Tahoma"/>
            </a:endParaRPr>
          </a:p>
        </p:txBody>
      </p:sp>
      <p:pic>
        <p:nvPicPr>
          <p:cNvPr id="20" name="object 20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262525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954510" y="1602168"/>
            <a:ext cx="8302625" cy="80835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100" spc="-440"/>
              <a:t>AI</a:t>
            </a:r>
            <a:r>
              <a:rPr dirty="0" sz="5100" spc="-580"/>
              <a:t> </a:t>
            </a:r>
            <a:r>
              <a:rPr dirty="0" sz="5100" spc="-280"/>
              <a:t>will</a:t>
            </a:r>
            <a:r>
              <a:rPr dirty="0" sz="5100" spc="-580"/>
              <a:t> </a:t>
            </a:r>
            <a:r>
              <a:rPr dirty="0" sz="5100" spc="-240"/>
              <a:t>not</a:t>
            </a:r>
            <a:r>
              <a:rPr dirty="0" sz="5100" spc="-580"/>
              <a:t> </a:t>
            </a:r>
            <a:r>
              <a:rPr dirty="0" sz="5100" spc="-150"/>
              <a:t>replace</a:t>
            </a:r>
            <a:r>
              <a:rPr dirty="0" sz="5100" spc="-580"/>
              <a:t> </a:t>
            </a:r>
            <a:r>
              <a:rPr dirty="0" sz="5100" spc="-85"/>
              <a:t>teachers.</a:t>
            </a:r>
            <a:endParaRPr sz="5100"/>
          </a:p>
        </p:txBody>
      </p:sp>
      <p:sp>
        <p:nvSpPr>
          <p:cNvPr id="5" name="object 5"/>
          <p:cNvSpPr txBox="1"/>
          <p:nvPr/>
        </p:nvSpPr>
        <p:spPr>
          <a:xfrm>
            <a:off x="1955403" y="2732023"/>
            <a:ext cx="8284845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10">
                <a:solidFill>
                  <a:srgbClr val="E4DFDE"/>
                </a:solidFill>
                <a:latin typeface="Tahoma"/>
                <a:cs typeface="Tahoma"/>
              </a:rPr>
              <a:t>Instead,</a:t>
            </a:r>
            <a:r>
              <a:rPr dirty="0" sz="1450">
                <a:solidFill>
                  <a:srgbClr val="E4DFDE"/>
                </a:solidFill>
                <a:latin typeface="Tahoma"/>
                <a:cs typeface="Tahoma"/>
              </a:rPr>
              <a:t> it</a:t>
            </a:r>
            <a:r>
              <a:rPr dirty="0" sz="1450" spc="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E4DFDE"/>
                </a:solidFill>
                <a:latin typeface="Tahoma"/>
                <a:cs typeface="Tahoma"/>
              </a:rPr>
              <a:t>will</a:t>
            </a:r>
            <a:r>
              <a:rPr dirty="0" sz="1450" spc="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E4DFDE"/>
                </a:solidFill>
                <a:latin typeface="Tahoma"/>
                <a:cs typeface="Tahoma"/>
              </a:rPr>
              <a:t>elevate</a:t>
            </a:r>
            <a:r>
              <a:rPr dirty="0" sz="145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E4DFDE"/>
                </a:solidFill>
                <a:latin typeface="Tahoma"/>
                <a:cs typeface="Tahoma"/>
              </a:rPr>
              <a:t>the</a:t>
            </a:r>
            <a:r>
              <a:rPr dirty="0" sz="1450" spc="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E4DFDE"/>
                </a:solidFill>
                <a:latin typeface="Tahoma"/>
                <a:cs typeface="Tahoma"/>
              </a:rPr>
              <a:t>teaching</a:t>
            </a:r>
            <a:r>
              <a:rPr dirty="0" sz="1450" spc="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E4DFDE"/>
                </a:solidFill>
                <a:latin typeface="Tahoma"/>
                <a:cs typeface="Tahoma"/>
              </a:rPr>
              <a:t>profession,</a:t>
            </a:r>
            <a:r>
              <a:rPr dirty="0" sz="145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E4DFDE"/>
                </a:solidFill>
                <a:latin typeface="Tahoma"/>
                <a:cs typeface="Tahoma"/>
              </a:rPr>
              <a:t>allowing</a:t>
            </a:r>
            <a:r>
              <a:rPr dirty="0" sz="1450" spc="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50">
                <a:solidFill>
                  <a:srgbClr val="E4DFDE"/>
                </a:solidFill>
                <a:latin typeface="Tahoma"/>
                <a:cs typeface="Tahoma"/>
              </a:rPr>
              <a:t>educators</a:t>
            </a:r>
            <a:r>
              <a:rPr dirty="0" sz="1450" spc="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E4DFDE"/>
                </a:solidFill>
                <a:latin typeface="Tahoma"/>
                <a:cs typeface="Tahoma"/>
              </a:rPr>
              <a:t>to</a:t>
            </a:r>
            <a:r>
              <a:rPr dirty="0" sz="145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70">
                <a:solidFill>
                  <a:srgbClr val="E4DFDE"/>
                </a:solidFill>
                <a:latin typeface="Tahoma"/>
                <a:cs typeface="Tahoma"/>
              </a:rPr>
              <a:t>focus</a:t>
            </a:r>
            <a:r>
              <a:rPr dirty="0" sz="1450" spc="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65">
                <a:solidFill>
                  <a:srgbClr val="E4DFDE"/>
                </a:solidFill>
                <a:latin typeface="Tahoma"/>
                <a:cs typeface="Tahoma"/>
              </a:rPr>
              <a:t>on</a:t>
            </a:r>
            <a:r>
              <a:rPr dirty="0" sz="1450" spc="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E4DFDE"/>
                </a:solidFill>
                <a:latin typeface="Tahoma"/>
                <a:cs typeface="Tahoma"/>
              </a:rPr>
              <a:t>what</a:t>
            </a:r>
            <a:r>
              <a:rPr dirty="0" sz="1450" spc="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E4DFDE"/>
                </a:solidFill>
                <a:latin typeface="Tahoma"/>
                <a:cs typeface="Tahoma"/>
              </a:rPr>
              <a:t>truly</a:t>
            </a:r>
            <a:r>
              <a:rPr dirty="0" sz="145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E4DFDE"/>
                </a:solidFill>
                <a:latin typeface="Tahoma"/>
                <a:cs typeface="Tahoma"/>
              </a:rPr>
              <a:t>matters.</a:t>
            </a:r>
            <a:endParaRPr sz="145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57224" y="3238499"/>
            <a:ext cx="428625" cy="428625"/>
            <a:chOff x="657224" y="3238499"/>
            <a:chExt cx="428625" cy="428625"/>
          </a:xfrm>
        </p:grpSpPr>
        <p:sp>
          <p:nvSpPr>
            <p:cNvPr id="7" name="object 7"/>
            <p:cNvSpPr/>
            <p:nvPr/>
          </p:nvSpPr>
          <p:spPr>
            <a:xfrm>
              <a:off x="661987" y="3243262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361735" y="419099"/>
                  </a:moveTo>
                  <a:lnTo>
                    <a:pt x="57364" y="419099"/>
                  </a:lnTo>
                  <a:lnTo>
                    <a:pt x="53371" y="418706"/>
                  </a:lnTo>
                  <a:lnTo>
                    <a:pt x="15131" y="398266"/>
                  </a:lnTo>
                  <a:lnTo>
                    <a:pt x="0" y="361735"/>
                  </a:lnTo>
                  <a:lnTo>
                    <a:pt x="0" y="357704"/>
                  </a:lnTo>
                  <a:lnTo>
                    <a:pt x="0" y="57364"/>
                  </a:lnTo>
                  <a:lnTo>
                    <a:pt x="15131" y="20832"/>
                  </a:lnTo>
                  <a:lnTo>
                    <a:pt x="53371" y="393"/>
                  </a:lnTo>
                  <a:lnTo>
                    <a:pt x="57364" y="0"/>
                  </a:lnTo>
                  <a:lnTo>
                    <a:pt x="361735" y="0"/>
                  </a:lnTo>
                  <a:lnTo>
                    <a:pt x="398267" y="15131"/>
                  </a:lnTo>
                  <a:lnTo>
                    <a:pt x="418706" y="53371"/>
                  </a:lnTo>
                  <a:lnTo>
                    <a:pt x="419099" y="57364"/>
                  </a:lnTo>
                  <a:lnTo>
                    <a:pt x="419099" y="361735"/>
                  </a:lnTo>
                  <a:lnTo>
                    <a:pt x="403968" y="398266"/>
                  </a:lnTo>
                  <a:lnTo>
                    <a:pt x="365728" y="418706"/>
                  </a:lnTo>
                  <a:lnTo>
                    <a:pt x="361735" y="419099"/>
                  </a:lnTo>
                  <a:close/>
                </a:path>
              </a:pathLst>
            </a:custGeom>
            <a:solidFill>
              <a:srgbClr val="11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61987" y="3243262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0" y="357704"/>
                  </a:moveTo>
                  <a:lnTo>
                    <a:pt x="0" y="61395"/>
                  </a:lnTo>
                  <a:lnTo>
                    <a:pt x="0" y="57364"/>
                  </a:lnTo>
                  <a:lnTo>
                    <a:pt x="393" y="53371"/>
                  </a:lnTo>
                  <a:lnTo>
                    <a:pt x="17982" y="17982"/>
                  </a:lnTo>
                  <a:lnTo>
                    <a:pt x="20832" y="15131"/>
                  </a:lnTo>
                  <a:lnTo>
                    <a:pt x="37900" y="4673"/>
                  </a:lnTo>
                  <a:lnTo>
                    <a:pt x="41624" y="3130"/>
                  </a:lnTo>
                  <a:lnTo>
                    <a:pt x="45464" y="1965"/>
                  </a:lnTo>
                  <a:lnTo>
                    <a:pt x="49417" y="1179"/>
                  </a:lnTo>
                  <a:lnTo>
                    <a:pt x="53371" y="393"/>
                  </a:lnTo>
                  <a:lnTo>
                    <a:pt x="57364" y="0"/>
                  </a:lnTo>
                  <a:lnTo>
                    <a:pt x="61395" y="0"/>
                  </a:lnTo>
                  <a:lnTo>
                    <a:pt x="357704" y="0"/>
                  </a:lnTo>
                  <a:lnTo>
                    <a:pt x="361735" y="0"/>
                  </a:lnTo>
                  <a:lnTo>
                    <a:pt x="365728" y="393"/>
                  </a:lnTo>
                  <a:lnTo>
                    <a:pt x="369681" y="1179"/>
                  </a:lnTo>
                  <a:lnTo>
                    <a:pt x="373635" y="1965"/>
                  </a:lnTo>
                  <a:lnTo>
                    <a:pt x="377474" y="3130"/>
                  </a:lnTo>
                  <a:lnTo>
                    <a:pt x="381199" y="4672"/>
                  </a:lnTo>
                  <a:lnTo>
                    <a:pt x="384923" y="6215"/>
                  </a:lnTo>
                  <a:lnTo>
                    <a:pt x="401117" y="17981"/>
                  </a:lnTo>
                  <a:lnTo>
                    <a:pt x="403968" y="20832"/>
                  </a:lnTo>
                  <a:lnTo>
                    <a:pt x="419099" y="57364"/>
                  </a:lnTo>
                  <a:lnTo>
                    <a:pt x="419099" y="61395"/>
                  </a:lnTo>
                  <a:lnTo>
                    <a:pt x="419099" y="357704"/>
                  </a:lnTo>
                  <a:lnTo>
                    <a:pt x="419099" y="361735"/>
                  </a:lnTo>
                  <a:lnTo>
                    <a:pt x="418706" y="365727"/>
                  </a:lnTo>
                  <a:lnTo>
                    <a:pt x="417920" y="369681"/>
                  </a:lnTo>
                  <a:lnTo>
                    <a:pt x="417133" y="373635"/>
                  </a:lnTo>
                  <a:lnTo>
                    <a:pt x="415969" y="377474"/>
                  </a:lnTo>
                  <a:lnTo>
                    <a:pt x="414426" y="381199"/>
                  </a:lnTo>
                  <a:lnTo>
                    <a:pt x="412883" y="384923"/>
                  </a:lnTo>
                  <a:lnTo>
                    <a:pt x="384923" y="412883"/>
                  </a:lnTo>
                  <a:lnTo>
                    <a:pt x="361735" y="419099"/>
                  </a:lnTo>
                  <a:lnTo>
                    <a:pt x="357704" y="419099"/>
                  </a:lnTo>
                  <a:lnTo>
                    <a:pt x="61395" y="419099"/>
                  </a:lnTo>
                  <a:lnTo>
                    <a:pt x="57364" y="419099"/>
                  </a:lnTo>
                  <a:lnTo>
                    <a:pt x="53371" y="418706"/>
                  </a:lnTo>
                  <a:lnTo>
                    <a:pt x="17982" y="401117"/>
                  </a:lnTo>
                  <a:lnTo>
                    <a:pt x="4673" y="381199"/>
                  </a:lnTo>
                  <a:lnTo>
                    <a:pt x="3130" y="377474"/>
                  </a:lnTo>
                  <a:lnTo>
                    <a:pt x="1966" y="373635"/>
                  </a:lnTo>
                  <a:lnTo>
                    <a:pt x="1179" y="369681"/>
                  </a:lnTo>
                  <a:lnTo>
                    <a:pt x="393" y="365727"/>
                  </a:lnTo>
                  <a:lnTo>
                    <a:pt x="0" y="361735"/>
                  </a:lnTo>
                  <a:lnTo>
                    <a:pt x="0" y="357704"/>
                  </a:lnTo>
                  <a:close/>
                </a:path>
              </a:pathLst>
            </a:custGeom>
            <a:ln w="9524">
              <a:solidFill>
                <a:srgbClr val="2918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263054" y="3120644"/>
            <a:ext cx="4351655" cy="2054225"/>
          </a:xfrm>
          <a:prstGeom prst="rect">
            <a:avLst/>
          </a:prstGeom>
        </p:spPr>
        <p:txBody>
          <a:bodyPr wrap="square" lIns="0" tIns="1778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dirty="0" sz="1850" spc="-60" b="1">
                <a:solidFill>
                  <a:srgbClr val="E4DFDE"/>
                </a:solidFill>
                <a:latin typeface="Tahoma"/>
                <a:cs typeface="Tahoma"/>
              </a:rPr>
              <a:t>Save</a:t>
            </a:r>
            <a:r>
              <a:rPr dirty="0" sz="1850" spc="-185" b="1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 spc="-50" b="1">
                <a:solidFill>
                  <a:srgbClr val="E4DFDE"/>
                </a:solidFill>
                <a:latin typeface="Tahoma"/>
                <a:cs typeface="Tahoma"/>
              </a:rPr>
              <a:t>Time,</a:t>
            </a:r>
            <a:r>
              <a:rPr dirty="0" sz="1850" spc="-245" b="1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 spc="-50" b="1">
                <a:solidFill>
                  <a:srgbClr val="E4DFDE"/>
                </a:solidFill>
                <a:latin typeface="Tahoma"/>
                <a:cs typeface="Tahoma"/>
              </a:rPr>
              <a:t>Teach</a:t>
            </a:r>
            <a:r>
              <a:rPr dirty="0" sz="1850" spc="-180" b="1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 spc="-20" b="1">
                <a:solidFill>
                  <a:srgbClr val="E4DFDE"/>
                </a:solidFill>
                <a:latin typeface="Tahoma"/>
                <a:cs typeface="Tahoma"/>
              </a:rPr>
              <a:t>More</a:t>
            </a:r>
            <a:endParaRPr sz="1850">
              <a:latin typeface="Tahoma"/>
              <a:cs typeface="Tahoma"/>
            </a:endParaRPr>
          </a:p>
          <a:p>
            <a:pPr marL="12700" marR="5080">
              <a:lnSpc>
                <a:spcPct val="134000"/>
              </a:lnSpc>
              <a:spcBef>
                <a:spcPts val="550"/>
              </a:spcBef>
            </a:pPr>
            <a:r>
              <a:rPr dirty="0" sz="1850" spc="65">
                <a:solidFill>
                  <a:srgbClr val="E4DFDE"/>
                </a:solidFill>
                <a:latin typeface="Tahoma"/>
                <a:cs typeface="Tahoma"/>
              </a:rPr>
              <a:t>Teachers</a:t>
            </a:r>
            <a:r>
              <a:rPr dirty="0" sz="1850" spc="-7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 spc="80">
                <a:solidFill>
                  <a:srgbClr val="E4DFDE"/>
                </a:solidFill>
                <a:latin typeface="Tahoma"/>
                <a:cs typeface="Tahoma"/>
              </a:rPr>
              <a:t>who</a:t>
            </a:r>
            <a:r>
              <a:rPr dirty="0" sz="1850" spc="-7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E4DFDE"/>
                </a:solidFill>
                <a:latin typeface="Tahoma"/>
                <a:cs typeface="Tahoma"/>
              </a:rPr>
              <a:t>learn</a:t>
            </a:r>
            <a:r>
              <a:rPr dirty="0" sz="1850" spc="-7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E4DFDE"/>
                </a:solidFill>
                <a:latin typeface="Tahoma"/>
                <a:cs typeface="Tahoma"/>
              </a:rPr>
              <a:t>to</a:t>
            </a:r>
            <a:r>
              <a:rPr dirty="0" sz="1850" spc="-7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 spc="85">
                <a:solidFill>
                  <a:srgbClr val="E4DFDE"/>
                </a:solidFill>
                <a:latin typeface="Tahoma"/>
                <a:cs typeface="Tahoma"/>
              </a:rPr>
              <a:t>use</a:t>
            </a:r>
            <a:r>
              <a:rPr dirty="0" sz="1850" spc="-7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 spc="-30">
                <a:solidFill>
                  <a:srgbClr val="E4DFDE"/>
                </a:solidFill>
                <a:latin typeface="Tahoma"/>
                <a:cs typeface="Tahoma"/>
              </a:rPr>
              <a:t>AI</a:t>
            </a:r>
            <a:r>
              <a:rPr dirty="0" sz="1850" spc="-7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 spc="35">
                <a:solidFill>
                  <a:srgbClr val="E4DFDE"/>
                </a:solidFill>
                <a:latin typeface="Tahoma"/>
                <a:cs typeface="Tahoma"/>
              </a:rPr>
              <a:t>effectively </a:t>
            </a:r>
            <a:r>
              <a:rPr dirty="0" sz="1850">
                <a:solidFill>
                  <a:srgbClr val="E4DFDE"/>
                </a:solidFill>
                <a:latin typeface="Tahoma"/>
                <a:cs typeface="Tahoma"/>
              </a:rPr>
              <a:t>will</a:t>
            </a:r>
            <a:r>
              <a:rPr dirty="0" sz="1850" spc="-7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 spc="95">
                <a:solidFill>
                  <a:srgbClr val="E4DFDE"/>
                </a:solidFill>
                <a:latin typeface="Tahoma"/>
                <a:cs typeface="Tahoma"/>
              </a:rPr>
              <a:t>be</a:t>
            </a:r>
            <a:r>
              <a:rPr dirty="0" sz="1850" spc="-7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 spc="50">
                <a:solidFill>
                  <a:srgbClr val="E4DFDE"/>
                </a:solidFill>
                <a:latin typeface="Tahoma"/>
                <a:cs typeface="Tahoma"/>
              </a:rPr>
              <a:t>able</a:t>
            </a:r>
            <a:r>
              <a:rPr dirty="0" sz="1850" spc="-7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E4DFDE"/>
                </a:solidFill>
                <a:latin typeface="Tahoma"/>
                <a:cs typeface="Tahoma"/>
              </a:rPr>
              <a:t>to</a:t>
            </a:r>
            <a:r>
              <a:rPr dirty="0" sz="1850" spc="-7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 spc="70">
                <a:solidFill>
                  <a:srgbClr val="E4DFDE"/>
                </a:solidFill>
                <a:latin typeface="Tahoma"/>
                <a:cs typeface="Tahoma"/>
              </a:rPr>
              <a:t>save</a:t>
            </a:r>
            <a:r>
              <a:rPr dirty="0" sz="1850" spc="-7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 spc="45">
                <a:solidFill>
                  <a:srgbClr val="E4DFDE"/>
                </a:solidFill>
                <a:latin typeface="Tahoma"/>
                <a:cs typeface="Tahoma"/>
              </a:rPr>
              <a:t>valuable</a:t>
            </a:r>
            <a:r>
              <a:rPr dirty="0" sz="1850" spc="-7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E4DFDE"/>
                </a:solidFill>
                <a:latin typeface="Tahoma"/>
                <a:cs typeface="Tahoma"/>
              </a:rPr>
              <a:t>time</a:t>
            </a:r>
            <a:r>
              <a:rPr dirty="0" sz="1850" spc="-7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 spc="40">
                <a:solidFill>
                  <a:srgbClr val="E4DFDE"/>
                </a:solidFill>
                <a:latin typeface="Tahoma"/>
                <a:cs typeface="Tahoma"/>
              </a:rPr>
              <a:t>on </a:t>
            </a:r>
            <a:r>
              <a:rPr dirty="0" sz="1850">
                <a:solidFill>
                  <a:srgbClr val="E4DFDE"/>
                </a:solidFill>
                <a:latin typeface="Tahoma"/>
                <a:cs typeface="Tahoma"/>
              </a:rPr>
              <a:t>administrative</a:t>
            </a:r>
            <a:r>
              <a:rPr dirty="0" sz="1850" spc="2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 spc="65">
                <a:solidFill>
                  <a:srgbClr val="E4DFDE"/>
                </a:solidFill>
                <a:latin typeface="Tahoma"/>
                <a:cs typeface="Tahoma"/>
              </a:rPr>
              <a:t>tasks</a:t>
            </a:r>
            <a:r>
              <a:rPr dirty="0" sz="1850" spc="2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 spc="55">
                <a:solidFill>
                  <a:srgbClr val="E4DFDE"/>
                </a:solidFill>
                <a:latin typeface="Tahoma"/>
                <a:cs typeface="Tahoma"/>
              </a:rPr>
              <a:t>and</a:t>
            </a:r>
            <a:r>
              <a:rPr dirty="0" sz="1850" spc="2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 spc="65">
                <a:solidFill>
                  <a:srgbClr val="E4DFDE"/>
                </a:solidFill>
                <a:latin typeface="Tahoma"/>
                <a:cs typeface="Tahoma"/>
              </a:rPr>
              <a:t>lesson </a:t>
            </a:r>
            <a:r>
              <a:rPr dirty="0" sz="1850" spc="-10">
                <a:solidFill>
                  <a:srgbClr val="E4DFDE"/>
                </a:solidFill>
                <a:latin typeface="Tahoma"/>
                <a:cs typeface="Tahoma"/>
              </a:rPr>
              <a:t>preparation.</a:t>
            </a:r>
            <a:endParaRPr sz="185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210299" y="3238499"/>
            <a:ext cx="428625" cy="428625"/>
            <a:chOff x="6210299" y="3238499"/>
            <a:chExt cx="428625" cy="428625"/>
          </a:xfrm>
        </p:grpSpPr>
        <p:sp>
          <p:nvSpPr>
            <p:cNvPr id="11" name="object 11"/>
            <p:cNvSpPr/>
            <p:nvPr/>
          </p:nvSpPr>
          <p:spPr>
            <a:xfrm>
              <a:off x="6215062" y="3243262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361735" y="419099"/>
                  </a:moveTo>
                  <a:lnTo>
                    <a:pt x="57363" y="419099"/>
                  </a:lnTo>
                  <a:lnTo>
                    <a:pt x="53371" y="418706"/>
                  </a:lnTo>
                  <a:lnTo>
                    <a:pt x="15131" y="398266"/>
                  </a:lnTo>
                  <a:lnTo>
                    <a:pt x="0" y="361735"/>
                  </a:lnTo>
                  <a:lnTo>
                    <a:pt x="0" y="357704"/>
                  </a:lnTo>
                  <a:lnTo>
                    <a:pt x="0" y="57364"/>
                  </a:lnTo>
                  <a:lnTo>
                    <a:pt x="15131" y="20832"/>
                  </a:lnTo>
                  <a:lnTo>
                    <a:pt x="53371" y="393"/>
                  </a:lnTo>
                  <a:lnTo>
                    <a:pt x="57363" y="0"/>
                  </a:lnTo>
                  <a:lnTo>
                    <a:pt x="361735" y="0"/>
                  </a:lnTo>
                  <a:lnTo>
                    <a:pt x="398266" y="15131"/>
                  </a:lnTo>
                  <a:lnTo>
                    <a:pt x="418706" y="53371"/>
                  </a:lnTo>
                  <a:lnTo>
                    <a:pt x="419099" y="57364"/>
                  </a:lnTo>
                  <a:lnTo>
                    <a:pt x="419099" y="361735"/>
                  </a:lnTo>
                  <a:lnTo>
                    <a:pt x="403967" y="398266"/>
                  </a:lnTo>
                  <a:lnTo>
                    <a:pt x="365727" y="418706"/>
                  </a:lnTo>
                  <a:lnTo>
                    <a:pt x="361735" y="419099"/>
                  </a:lnTo>
                  <a:close/>
                </a:path>
              </a:pathLst>
            </a:custGeom>
            <a:solidFill>
              <a:srgbClr val="11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215062" y="3243262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0" y="357704"/>
                  </a:moveTo>
                  <a:lnTo>
                    <a:pt x="0" y="61395"/>
                  </a:lnTo>
                  <a:lnTo>
                    <a:pt x="0" y="57364"/>
                  </a:lnTo>
                  <a:lnTo>
                    <a:pt x="393" y="53371"/>
                  </a:lnTo>
                  <a:lnTo>
                    <a:pt x="1179" y="49417"/>
                  </a:lnTo>
                  <a:lnTo>
                    <a:pt x="1965" y="45463"/>
                  </a:lnTo>
                  <a:lnTo>
                    <a:pt x="3130" y="41624"/>
                  </a:lnTo>
                  <a:lnTo>
                    <a:pt x="4672" y="37900"/>
                  </a:lnTo>
                  <a:lnTo>
                    <a:pt x="6215" y="34175"/>
                  </a:lnTo>
                  <a:lnTo>
                    <a:pt x="17982" y="17982"/>
                  </a:lnTo>
                  <a:lnTo>
                    <a:pt x="20832" y="15131"/>
                  </a:lnTo>
                  <a:lnTo>
                    <a:pt x="23934" y="12586"/>
                  </a:lnTo>
                  <a:lnTo>
                    <a:pt x="27286" y="10346"/>
                  </a:lnTo>
                  <a:lnTo>
                    <a:pt x="30637" y="8107"/>
                  </a:lnTo>
                  <a:lnTo>
                    <a:pt x="34175" y="6215"/>
                  </a:lnTo>
                  <a:lnTo>
                    <a:pt x="37899" y="4673"/>
                  </a:lnTo>
                  <a:lnTo>
                    <a:pt x="41624" y="3130"/>
                  </a:lnTo>
                  <a:lnTo>
                    <a:pt x="45463" y="1965"/>
                  </a:lnTo>
                  <a:lnTo>
                    <a:pt x="49417" y="1179"/>
                  </a:lnTo>
                  <a:lnTo>
                    <a:pt x="53371" y="393"/>
                  </a:lnTo>
                  <a:lnTo>
                    <a:pt x="57363" y="0"/>
                  </a:lnTo>
                  <a:lnTo>
                    <a:pt x="61395" y="0"/>
                  </a:lnTo>
                  <a:lnTo>
                    <a:pt x="357704" y="0"/>
                  </a:lnTo>
                  <a:lnTo>
                    <a:pt x="361735" y="0"/>
                  </a:lnTo>
                  <a:lnTo>
                    <a:pt x="365727" y="393"/>
                  </a:lnTo>
                  <a:lnTo>
                    <a:pt x="369681" y="1179"/>
                  </a:lnTo>
                  <a:lnTo>
                    <a:pt x="373635" y="1965"/>
                  </a:lnTo>
                  <a:lnTo>
                    <a:pt x="377474" y="3130"/>
                  </a:lnTo>
                  <a:lnTo>
                    <a:pt x="381198" y="4672"/>
                  </a:lnTo>
                  <a:lnTo>
                    <a:pt x="384923" y="6215"/>
                  </a:lnTo>
                  <a:lnTo>
                    <a:pt x="388461" y="8106"/>
                  </a:lnTo>
                  <a:lnTo>
                    <a:pt x="391813" y="10346"/>
                  </a:lnTo>
                  <a:lnTo>
                    <a:pt x="395164" y="12586"/>
                  </a:lnTo>
                  <a:lnTo>
                    <a:pt x="417133" y="45463"/>
                  </a:lnTo>
                  <a:lnTo>
                    <a:pt x="419099" y="57364"/>
                  </a:lnTo>
                  <a:lnTo>
                    <a:pt x="419099" y="61395"/>
                  </a:lnTo>
                  <a:lnTo>
                    <a:pt x="419099" y="357704"/>
                  </a:lnTo>
                  <a:lnTo>
                    <a:pt x="419099" y="361735"/>
                  </a:lnTo>
                  <a:lnTo>
                    <a:pt x="418706" y="365727"/>
                  </a:lnTo>
                  <a:lnTo>
                    <a:pt x="417919" y="369681"/>
                  </a:lnTo>
                  <a:lnTo>
                    <a:pt x="417133" y="373635"/>
                  </a:lnTo>
                  <a:lnTo>
                    <a:pt x="395164" y="406512"/>
                  </a:lnTo>
                  <a:lnTo>
                    <a:pt x="391812" y="408752"/>
                  </a:lnTo>
                  <a:lnTo>
                    <a:pt x="388461" y="410992"/>
                  </a:lnTo>
                  <a:lnTo>
                    <a:pt x="384923" y="412883"/>
                  </a:lnTo>
                  <a:lnTo>
                    <a:pt x="381198" y="414426"/>
                  </a:lnTo>
                  <a:lnTo>
                    <a:pt x="377474" y="415968"/>
                  </a:lnTo>
                  <a:lnTo>
                    <a:pt x="373635" y="417133"/>
                  </a:lnTo>
                  <a:lnTo>
                    <a:pt x="369681" y="417920"/>
                  </a:lnTo>
                  <a:lnTo>
                    <a:pt x="365727" y="418706"/>
                  </a:lnTo>
                  <a:lnTo>
                    <a:pt x="361735" y="419099"/>
                  </a:lnTo>
                  <a:lnTo>
                    <a:pt x="357704" y="419099"/>
                  </a:lnTo>
                  <a:lnTo>
                    <a:pt x="61395" y="419099"/>
                  </a:lnTo>
                  <a:lnTo>
                    <a:pt x="57363" y="419099"/>
                  </a:lnTo>
                  <a:lnTo>
                    <a:pt x="53371" y="418706"/>
                  </a:lnTo>
                  <a:lnTo>
                    <a:pt x="49417" y="417920"/>
                  </a:lnTo>
                  <a:lnTo>
                    <a:pt x="45463" y="417133"/>
                  </a:lnTo>
                  <a:lnTo>
                    <a:pt x="41624" y="415968"/>
                  </a:lnTo>
                  <a:lnTo>
                    <a:pt x="37899" y="414426"/>
                  </a:lnTo>
                  <a:lnTo>
                    <a:pt x="34175" y="412883"/>
                  </a:lnTo>
                  <a:lnTo>
                    <a:pt x="30637" y="410992"/>
                  </a:lnTo>
                  <a:lnTo>
                    <a:pt x="27286" y="408752"/>
                  </a:lnTo>
                  <a:lnTo>
                    <a:pt x="23934" y="406512"/>
                  </a:lnTo>
                  <a:lnTo>
                    <a:pt x="20832" y="403967"/>
                  </a:lnTo>
                  <a:lnTo>
                    <a:pt x="17982" y="401117"/>
                  </a:lnTo>
                  <a:lnTo>
                    <a:pt x="15131" y="398266"/>
                  </a:lnTo>
                  <a:lnTo>
                    <a:pt x="12586" y="395165"/>
                  </a:lnTo>
                  <a:lnTo>
                    <a:pt x="10346" y="391813"/>
                  </a:lnTo>
                  <a:lnTo>
                    <a:pt x="8106" y="388461"/>
                  </a:lnTo>
                  <a:lnTo>
                    <a:pt x="6215" y="384923"/>
                  </a:lnTo>
                  <a:lnTo>
                    <a:pt x="4672" y="381199"/>
                  </a:lnTo>
                  <a:lnTo>
                    <a:pt x="3130" y="377474"/>
                  </a:lnTo>
                  <a:lnTo>
                    <a:pt x="1965" y="373635"/>
                  </a:lnTo>
                  <a:lnTo>
                    <a:pt x="1179" y="369681"/>
                  </a:lnTo>
                  <a:lnTo>
                    <a:pt x="393" y="365727"/>
                  </a:lnTo>
                  <a:lnTo>
                    <a:pt x="0" y="361735"/>
                  </a:lnTo>
                  <a:lnTo>
                    <a:pt x="0" y="357704"/>
                  </a:lnTo>
                  <a:close/>
                </a:path>
              </a:pathLst>
            </a:custGeom>
            <a:ln w="9524">
              <a:solidFill>
                <a:srgbClr val="2918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6815534" y="3120644"/>
            <a:ext cx="4605020" cy="2054225"/>
          </a:xfrm>
          <a:prstGeom prst="rect">
            <a:avLst/>
          </a:prstGeom>
        </p:spPr>
        <p:txBody>
          <a:bodyPr wrap="square" lIns="0" tIns="1778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dirty="0" sz="1850" spc="-70" b="1">
                <a:solidFill>
                  <a:srgbClr val="E4DFDE"/>
                </a:solidFill>
                <a:latin typeface="Tahoma"/>
                <a:cs typeface="Tahoma"/>
              </a:rPr>
              <a:t>Enrich</a:t>
            </a:r>
            <a:r>
              <a:rPr dirty="0" sz="1850" spc="-160" b="1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 spc="-75" b="1">
                <a:solidFill>
                  <a:srgbClr val="E4DFDE"/>
                </a:solidFill>
                <a:latin typeface="Tahoma"/>
                <a:cs typeface="Tahoma"/>
              </a:rPr>
              <a:t>Learning,</a:t>
            </a:r>
            <a:r>
              <a:rPr dirty="0" sz="1850" spc="-229" b="1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 spc="-75" b="1">
                <a:solidFill>
                  <a:srgbClr val="E4DFDE"/>
                </a:solidFill>
                <a:latin typeface="Tahoma"/>
                <a:cs typeface="Tahoma"/>
              </a:rPr>
              <a:t>Mentor</a:t>
            </a:r>
            <a:r>
              <a:rPr dirty="0" sz="1850" spc="-160" b="1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 spc="-10" b="1">
                <a:solidFill>
                  <a:srgbClr val="E4DFDE"/>
                </a:solidFill>
                <a:latin typeface="Tahoma"/>
                <a:cs typeface="Tahoma"/>
              </a:rPr>
              <a:t>Students</a:t>
            </a:r>
            <a:endParaRPr sz="1850">
              <a:latin typeface="Tahoma"/>
              <a:cs typeface="Tahoma"/>
            </a:endParaRPr>
          </a:p>
          <a:p>
            <a:pPr marL="12700" marR="5080">
              <a:lnSpc>
                <a:spcPct val="134000"/>
              </a:lnSpc>
              <a:spcBef>
                <a:spcPts val="550"/>
              </a:spcBef>
            </a:pPr>
            <a:r>
              <a:rPr dirty="0" sz="1850" spc="65">
                <a:solidFill>
                  <a:srgbClr val="E4DFDE"/>
                </a:solidFill>
                <a:latin typeface="Tahoma"/>
                <a:cs typeface="Tahoma"/>
              </a:rPr>
              <a:t>This</a:t>
            </a:r>
            <a:r>
              <a:rPr dirty="0" sz="1850" spc="-8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 spc="70">
                <a:solidFill>
                  <a:srgbClr val="E4DFDE"/>
                </a:solidFill>
                <a:latin typeface="Tahoma"/>
                <a:cs typeface="Tahoma"/>
              </a:rPr>
              <a:t>freed-up</a:t>
            </a:r>
            <a:r>
              <a:rPr dirty="0" sz="1850" spc="-7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E4DFDE"/>
                </a:solidFill>
                <a:latin typeface="Tahoma"/>
                <a:cs typeface="Tahoma"/>
              </a:rPr>
              <a:t>time</a:t>
            </a:r>
            <a:r>
              <a:rPr dirty="0" sz="1850" spc="-7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E4DFDE"/>
                </a:solidFill>
                <a:latin typeface="Tahoma"/>
                <a:cs typeface="Tahoma"/>
              </a:rPr>
              <a:t>will</a:t>
            </a:r>
            <a:r>
              <a:rPr dirty="0" sz="1850" spc="-7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 spc="50">
                <a:solidFill>
                  <a:srgbClr val="E4DFDE"/>
                </a:solidFill>
                <a:latin typeface="Tahoma"/>
                <a:cs typeface="Tahoma"/>
              </a:rPr>
              <a:t>enable</a:t>
            </a:r>
            <a:r>
              <a:rPr dirty="0" sz="1850" spc="-7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 spc="60">
                <a:solidFill>
                  <a:srgbClr val="E4DFDE"/>
                </a:solidFill>
                <a:latin typeface="Tahoma"/>
                <a:cs typeface="Tahoma"/>
              </a:rPr>
              <a:t>teachers</a:t>
            </a:r>
            <a:r>
              <a:rPr dirty="0" sz="1850" spc="-6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 spc="-25">
                <a:solidFill>
                  <a:srgbClr val="E4DFDE"/>
                </a:solidFill>
                <a:latin typeface="Tahoma"/>
                <a:cs typeface="Tahoma"/>
              </a:rPr>
              <a:t>to </a:t>
            </a:r>
            <a:r>
              <a:rPr dirty="0" sz="1850" spc="50">
                <a:solidFill>
                  <a:srgbClr val="E4DFDE"/>
                </a:solidFill>
                <a:latin typeface="Tahoma"/>
                <a:cs typeface="Tahoma"/>
              </a:rPr>
              <a:t>create</a:t>
            </a:r>
            <a:r>
              <a:rPr dirty="0" sz="1850" spc="-114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E4DFDE"/>
                </a:solidFill>
                <a:latin typeface="Tahoma"/>
                <a:cs typeface="Tahoma"/>
              </a:rPr>
              <a:t>better,</a:t>
            </a:r>
            <a:r>
              <a:rPr dirty="0" sz="1850" spc="-11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 spc="50">
                <a:solidFill>
                  <a:srgbClr val="E4DFDE"/>
                </a:solidFill>
                <a:latin typeface="Tahoma"/>
                <a:cs typeface="Tahoma"/>
              </a:rPr>
              <a:t>more</a:t>
            </a:r>
            <a:r>
              <a:rPr dirty="0" sz="1850" spc="-11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 spc="60">
                <a:solidFill>
                  <a:srgbClr val="E4DFDE"/>
                </a:solidFill>
                <a:latin typeface="Tahoma"/>
                <a:cs typeface="Tahoma"/>
              </a:rPr>
              <a:t>personalized</a:t>
            </a:r>
            <a:r>
              <a:rPr dirty="0" sz="1850" spc="-11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E4DFDE"/>
                </a:solidFill>
                <a:latin typeface="Tahoma"/>
                <a:cs typeface="Tahoma"/>
              </a:rPr>
              <a:t>learning </a:t>
            </a:r>
            <a:r>
              <a:rPr dirty="0" sz="1850" spc="70">
                <a:solidFill>
                  <a:srgbClr val="E4DFDE"/>
                </a:solidFill>
                <a:latin typeface="Tahoma"/>
                <a:cs typeface="Tahoma"/>
              </a:rPr>
              <a:t>experiences</a:t>
            </a:r>
            <a:r>
              <a:rPr dirty="0" sz="1850" spc="-11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 spc="55">
                <a:solidFill>
                  <a:srgbClr val="E4DFDE"/>
                </a:solidFill>
                <a:latin typeface="Tahoma"/>
                <a:cs typeface="Tahoma"/>
              </a:rPr>
              <a:t>and</a:t>
            </a:r>
            <a:r>
              <a:rPr dirty="0" sz="1850" spc="-10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 spc="90">
                <a:solidFill>
                  <a:srgbClr val="E4DFDE"/>
                </a:solidFill>
                <a:latin typeface="Tahoma"/>
                <a:cs typeface="Tahoma"/>
              </a:rPr>
              <a:t>focus</a:t>
            </a:r>
            <a:r>
              <a:rPr dirty="0" sz="1850" spc="-10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 spc="50">
                <a:solidFill>
                  <a:srgbClr val="E4DFDE"/>
                </a:solidFill>
                <a:latin typeface="Tahoma"/>
                <a:cs typeface="Tahoma"/>
              </a:rPr>
              <a:t>more</a:t>
            </a:r>
            <a:r>
              <a:rPr dirty="0" sz="1850" spc="-10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 spc="65">
                <a:solidFill>
                  <a:srgbClr val="E4DFDE"/>
                </a:solidFill>
                <a:latin typeface="Tahoma"/>
                <a:cs typeface="Tahoma"/>
              </a:rPr>
              <a:t>on</a:t>
            </a:r>
            <a:r>
              <a:rPr dirty="0" sz="1850" spc="-10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E4DFDE"/>
                </a:solidFill>
                <a:latin typeface="Tahoma"/>
                <a:cs typeface="Tahoma"/>
              </a:rPr>
              <a:t>mentoring </a:t>
            </a:r>
            <a:r>
              <a:rPr dirty="0" sz="1850" spc="45">
                <a:solidFill>
                  <a:srgbClr val="E4DFDE"/>
                </a:solidFill>
                <a:latin typeface="Tahoma"/>
                <a:cs typeface="Tahoma"/>
              </a:rPr>
              <a:t>students</a:t>
            </a:r>
            <a:r>
              <a:rPr dirty="0" sz="1850" spc="-9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E4DFDE"/>
                </a:solidFill>
                <a:latin typeface="Tahoma"/>
                <a:cs typeface="Tahoma"/>
              </a:rPr>
              <a:t>individually.</a:t>
            </a:r>
            <a:endParaRPr sz="1850">
              <a:latin typeface="Tahoma"/>
              <a:cs typeface="Tahoma"/>
            </a:endParaRPr>
          </a:p>
        </p:txBody>
      </p:sp>
      <p:pic>
        <p:nvPicPr>
          <p:cNvPr id="14" name="object 14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2026-07-24T03:26:03Z</dcterms:created>
  <dcterms:modified xsi:type="dcterms:W3CDTF">2026-07-24T03:26:03Z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2026-07-23T00:00:00Z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2026-07-24T00:00:00Z</vt:filetime>
  </property>
  <property fmtid="{D5CDD505-2E9C-101B-9397-08002B2CF9AE}" pid="6" name="Producer">
    <vt:lpwstr>pdf-lib (https://github.com/Hopding/pdf-lib)</vt:lpwstr>
  </property>
</Properties>
</file>